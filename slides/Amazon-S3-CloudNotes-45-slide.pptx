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76349233ca4ba1" /><Relationship Type="http://schemas.openxmlformats.org/officeDocument/2006/relationships/extended-properties" Target="/docProps/app.xml" Id="R7701bde7d48f40e8" /><Relationship Type="http://schemas.openxmlformats.org/officeDocument/2006/relationships/officeDocument" Target="/ppt/presentation.xml" Id="Rdab6b86f5f4347fa" /></Relationships>
</file>

<file path=ppt/presentation.xml><?xml version="1.0" encoding="utf-8"?>
<p:presentation xmlns:p="http://schemas.openxmlformats.org/presentationml/2006/main">
  <p:sldMasterIdLst>
    <p:sldMasterId xmlns:r="http://schemas.openxmlformats.org/officeDocument/2006/relationships" id="2147483648" r:id="R6a1bf972ea3e4b68"/>
  </p:sldMasterIdLst>
  <p:notesMasterIdLst>
    <p:notesMasterId xmlns:r="http://schemas.openxmlformats.org/officeDocument/2006/relationships" r:id="R652dbff528504697"/>
  </p:notesMasterIdLst>
  <p:sldIdLst>
    <p:sldId xmlns:r="http://schemas.openxmlformats.org/officeDocument/2006/relationships" id="256" r:id="R8f7e3648094d49ae"/>
    <p:sldId xmlns:r="http://schemas.openxmlformats.org/officeDocument/2006/relationships" id="257" r:id="Ree4de2fd8dcb4f33"/>
    <p:sldId xmlns:r="http://schemas.openxmlformats.org/officeDocument/2006/relationships" id="258" r:id="R50f3eb97f8814f12"/>
    <p:sldId xmlns:r="http://schemas.openxmlformats.org/officeDocument/2006/relationships" id="259" r:id="Rb6d093083e8f4746"/>
    <p:sldId xmlns:r="http://schemas.openxmlformats.org/officeDocument/2006/relationships" id="260" r:id="R2570f33ae448495a"/>
    <p:sldId xmlns:r="http://schemas.openxmlformats.org/officeDocument/2006/relationships" id="261" r:id="R9142c1257b2f4eb4"/>
    <p:sldId xmlns:r="http://schemas.openxmlformats.org/officeDocument/2006/relationships" id="262" r:id="R7e8714a2c8174037"/>
    <p:sldId xmlns:r="http://schemas.openxmlformats.org/officeDocument/2006/relationships" id="263" r:id="Rad3a1bcc784244f6"/>
    <p:sldId xmlns:r="http://schemas.openxmlformats.org/officeDocument/2006/relationships" id="264" r:id="R7c11f41b1aef4c1e"/>
    <p:sldId xmlns:r="http://schemas.openxmlformats.org/officeDocument/2006/relationships" id="265" r:id="R5ead166d1bc74a89"/>
    <p:sldId xmlns:r="http://schemas.openxmlformats.org/officeDocument/2006/relationships" id="266" r:id="Ra01322f9806341d9"/>
    <p:sldId xmlns:r="http://schemas.openxmlformats.org/officeDocument/2006/relationships" id="267" r:id="Rfee565e8eada4cd7"/>
    <p:sldId xmlns:r="http://schemas.openxmlformats.org/officeDocument/2006/relationships" id="268" r:id="R393e594c126142b3"/>
    <p:sldId xmlns:r="http://schemas.openxmlformats.org/officeDocument/2006/relationships" id="269" r:id="Rbb981d51ff82453a"/>
    <p:sldId xmlns:r="http://schemas.openxmlformats.org/officeDocument/2006/relationships" id="270" r:id="R49e7b86a1ff541e6"/>
    <p:sldId xmlns:r="http://schemas.openxmlformats.org/officeDocument/2006/relationships" id="271" r:id="R58c9acb32e884f6d"/>
    <p:sldId xmlns:r="http://schemas.openxmlformats.org/officeDocument/2006/relationships" id="272" r:id="R84aa0daa00154ac5"/>
    <p:sldId xmlns:r="http://schemas.openxmlformats.org/officeDocument/2006/relationships" id="273" r:id="Rb5c99a7d3a4248e8"/>
    <p:sldId xmlns:r="http://schemas.openxmlformats.org/officeDocument/2006/relationships" id="274" r:id="R2c09ded8627546db"/>
    <p:sldId xmlns:r="http://schemas.openxmlformats.org/officeDocument/2006/relationships" id="275" r:id="R517a8fe5b64141ad"/>
    <p:sldId xmlns:r="http://schemas.openxmlformats.org/officeDocument/2006/relationships" id="276" r:id="R20d4d79c003d4ada"/>
    <p:sldId xmlns:r="http://schemas.openxmlformats.org/officeDocument/2006/relationships" id="277" r:id="Rade4b17f53fb41b5"/>
    <p:sldId xmlns:r="http://schemas.openxmlformats.org/officeDocument/2006/relationships" id="278" r:id="R76fb10f8929844f4"/>
    <p:sldId xmlns:r="http://schemas.openxmlformats.org/officeDocument/2006/relationships" id="279" r:id="R162022c283294176"/>
    <p:sldId xmlns:r="http://schemas.openxmlformats.org/officeDocument/2006/relationships" id="280" r:id="Rfee7d5d649854f57"/>
    <p:sldId xmlns:r="http://schemas.openxmlformats.org/officeDocument/2006/relationships" id="281" r:id="R495092cd427a40dd"/>
    <p:sldId xmlns:r="http://schemas.openxmlformats.org/officeDocument/2006/relationships" id="282" r:id="R25010f8e29aa49a0"/>
    <p:sldId xmlns:r="http://schemas.openxmlformats.org/officeDocument/2006/relationships" id="283" r:id="Rdff48a72c27e4125"/>
    <p:sldId xmlns:r="http://schemas.openxmlformats.org/officeDocument/2006/relationships" id="284" r:id="Rc18a0acfdbf143e1"/>
    <p:sldId xmlns:r="http://schemas.openxmlformats.org/officeDocument/2006/relationships" id="285" r:id="R2600854c89b64bf6"/>
    <p:sldId xmlns:r="http://schemas.openxmlformats.org/officeDocument/2006/relationships" id="286" r:id="Rff9b15909f7c46b9"/>
    <p:sldId xmlns:r="http://schemas.openxmlformats.org/officeDocument/2006/relationships" id="287" r:id="Rac453263b7ca4b05"/>
    <p:sldId xmlns:r="http://schemas.openxmlformats.org/officeDocument/2006/relationships" id="288" r:id="R8f7b8f8e771443fd"/>
    <p:sldId xmlns:r="http://schemas.openxmlformats.org/officeDocument/2006/relationships" id="289" r:id="R5210a20a33af4a20"/>
    <p:sldId xmlns:r="http://schemas.openxmlformats.org/officeDocument/2006/relationships" id="290" r:id="R77af514aa3c74c8b"/>
    <p:sldId xmlns:r="http://schemas.openxmlformats.org/officeDocument/2006/relationships" id="291" r:id="Rdd8704c171b44f7d"/>
    <p:sldId xmlns:r="http://schemas.openxmlformats.org/officeDocument/2006/relationships" id="292" r:id="R71ed14c8284a4f0b"/>
    <p:sldId xmlns:r="http://schemas.openxmlformats.org/officeDocument/2006/relationships" id="293" r:id="R9e3426fa170b4956"/>
    <p:sldId xmlns:r="http://schemas.openxmlformats.org/officeDocument/2006/relationships" id="294" r:id="Rabfa4c711120415d"/>
    <p:sldId xmlns:r="http://schemas.openxmlformats.org/officeDocument/2006/relationships" id="295" r:id="R3b742ce128af4e4e"/>
    <p:sldId xmlns:r="http://schemas.openxmlformats.org/officeDocument/2006/relationships" id="296" r:id="R488da8f381d1404c"/>
    <p:sldId xmlns:r="http://schemas.openxmlformats.org/officeDocument/2006/relationships" id="297" r:id="Rea59cbc30ffd4345"/>
    <p:sldId xmlns:r="http://schemas.openxmlformats.org/officeDocument/2006/relationships" id="298" r:id="Rdf5b78f27b6246d5"/>
    <p:sldId xmlns:r="http://schemas.openxmlformats.org/officeDocument/2006/relationships" id="299" r:id="R7242098aa96948f4"/>
    <p:sldId xmlns:r="http://schemas.openxmlformats.org/officeDocument/2006/relationships" id="300" r:id="R1f35dba7a0ff40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6e21b495bc4cd8" /><Relationship Type="http://schemas.openxmlformats.org/officeDocument/2006/relationships/slideMaster" Target="/ppt/slideMasters/slideMaster1.xml" Id="R6a1bf972ea3e4b68" /><Relationship Type="http://schemas.openxmlformats.org/officeDocument/2006/relationships/notesMaster" Target="/ppt/notesMasters/notesMaster1.xml" Id="R652dbff528504697" /><Relationship Type="http://schemas.openxmlformats.org/officeDocument/2006/relationships/presProps" Target="/ppt/presProps.xml" Id="R5d43b09024604c9d" /><Relationship Type="http://schemas.openxmlformats.org/officeDocument/2006/relationships/tableStyles" Target="/ppt/tableStyles.xml" Id="R4f3d259d080c44b2" /><Relationship Type="http://schemas.openxmlformats.org/officeDocument/2006/relationships/slide" Target="/ppt/slides/slide1.xml" Id="R8f7e3648094d49ae" /><Relationship Type="http://schemas.openxmlformats.org/officeDocument/2006/relationships/slide" Target="/ppt/slides/slide2.xml" Id="Ree4de2fd8dcb4f33" /><Relationship Type="http://schemas.openxmlformats.org/officeDocument/2006/relationships/slide" Target="/ppt/slides/slide3.xml" Id="R50f3eb97f8814f12" /><Relationship Type="http://schemas.openxmlformats.org/officeDocument/2006/relationships/slide" Target="/ppt/slides/slide4.xml" Id="Rb6d093083e8f4746" /><Relationship Type="http://schemas.openxmlformats.org/officeDocument/2006/relationships/slide" Target="/ppt/slides/slide5.xml" Id="R2570f33ae448495a" /><Relationship Type="http://schemas.openxmlformats.org/officeDocument/2006/relationships/slide" Target="/ppt/slides/slide6.xml" Id="R9142c1257b2f4eb4" /><Relationship Type="http://schemas.openxmlformats.org/officeDocument/2006/relationships/slide" Target="/ppt/slides/slide7.xml" Id="R7e8714a2c8174037" /><Relationship Type="http://schemas.openxmlformats.org/officeDocument/2006/relationships/slide" Target="/ppt/slides/slide8.xml" Id="Rad3a1bcc784244f6" /><Relationship Type="http://schemas.openxmlformats.org/officeDocument/2006/relationships/slide" Target="/ppt/slides/slide9.xml" Id="R7c11f41b1aef4c1e" /><Relationship Type="http://schemas.openxmlformats.org/officeDocument/2006/relationships/slide" Target="/ppt/slides/slide10.xml" Id="R5ead166d1bc74a89" /><Relationship Type="http://schemas.openxmlformats.org/officeDocument/2006/relationships/slide" Target="/ppt/slides/slide11.xml" Id="Ra01322f9806341d9" /><Relationship Type="http://schemas.openxmlformats.org/officeDocument/2006/relationships/slide" Target="/ppt/slides/slide12.xml" Id="Rfee565e8eada4cd7" /><Relationship Type="http://schemas.openxmlformats.org/officeDocument/2006/relationships/slide" Target="/ppt/slides/slide13.xml" Id="R393e594c126142b3" /><Relationship Type="http://schemas.openxmlformats.org/officeDocument/2006/relationships/slide" Target="/ppt/slides/slide14.xml" Id="Rbb981d51ff82453a" /><Relationship Type="http://schemas.openxmlformats.org/officeDocument/2006/relationships/slide" Target="/ppt/slides/slide15.xml" Id="R49e7b86a1ff541e6" /><Relationship Type="http://schemas.openxmlformats.org/officeDocument/2006/relationships/slide" Target="/ppt/slides/slide16.xml" Id="R58c9acb32e884f6d" /><Relationship Type="http://schemas.openxmlformats.org/officeDocument/2006/relationships/slide" Target="/ppt/slides/slide17.xml" Id="R84aa0daa00154ac5" /><Relationship Type="http://schemas.openxmlformats.org/officeDocument/2006/relationships/slide" Target="/ppt/slides/slide18.xml" Id="Rb5c99a7d3a4248e8" /><Relationship Type="http://schemas.openxmlformats.org/officeDocument/2006/relationships/slide" Target="/ppt/slides/slide19.xml" Id="R2c09ded8627546db" /><Relationship Type="http://schemas.openxmlformats.org/officeDocument/2006/relationships/slide" Target="/ppt/slides/slide20.xml" Id="R517a8fe5b64141ad" /><Relationship Type="http://schemas.openxmlformats.org/officeDocument/2006/relationships/slide" Target="/ppt/slides/slide21.xml" Id="R20d4d79c003d4ada" /><Relationship Type="http://schemas.openxmlformats.org/officeDocument/2006/relationships/slide" Target="/ppt/slides/slide22.xml" Id="Rade4b17f53fb41b5" /><Relationship Type="http://schemas.openxmlformats.org/officeDocument/2006/relationships/slide" Target="/ppt/slides/slide23.xml" Id="R76fb10f8929844f4" /><Relationship Type="http://schemas.openxmlformats.org/officeDocument/2006/relationships/slide" Target="/ppt/slides/slide24.xml" Id="R162022c283294176" /><Relationship Type="http://schemas.openxmlformats.org/officeDocument/2006/relationships/slide" Target="/ppt/slides/slide25.xml" Id="Rfee7d5d649854f57" /><Relationship Type="http://schemas.openxmlformats.org/officeDocument/2006/relationships/slide" Target="/ppt/slides/slide26.xml" Id="R495092cd427a40dd" /><Relationship Type="http://schemas.openxmlformats.org/officeDocument/2006/relationships/slide" Target="/ppt/slides/slide27.xml" Id="R25010f8e29aa49a0" /><Relationship Type="http://schemas.openxmlformats.org/officeDocument/2006/relationships/slide" Target="/ppt/slides/slide28.xml" Id="Rdff48a72c27e4125" /><Relationship Type="http://schemas.openxmlformats.org/officeDocument/2006/relationships/slide" Target="/ppt/slides/slide29.xml" Id="Rc18a0acfdbf143e1" /><Relationship Type="http://schemas.openxmlformats.org/officeDocument/2006/relationships/slide" Target="/ppt/slides/slide30.xml" Id="R2600854c89b64bf6" /><Relationship Type="http://schemas.openxmlformats.org/officeDocument/2006/relationships/slide" Target="/ppt/slides/slide31.xml" Id="Rff9b15909f7c46b9" /><Relationship Type="http://schemas.openxmlformats.org/officeDocument/2006/relationships/slide" Target="/ppt/slides/slide32.xml" Id="Rac453263b7ca4b05" /><Relationship Type="http://schemas.openxmlformats.org/officeDocument/2006/relationships/slide" Target="/ppt/slides/slide33.xml" Id="R8f7b8f8e771443fd" /><Relationship Type="http://schemas.openxmlformats.org/officeDocument/2006/relationships/slide" Target="/ppt/slides/slide34.xml" Id="R5210a20a33af4a20" /><Relationship Type="http://schemas.openxmlformats.org/officeDocument/2006/relationships/slide" Target="/ppt/slides/slide35.xml" Id="R77af514aa3c74c8b" /><Relationship Type="http://schemas.openxmlformats.org/officeDocument/2006/relationships/slide" Target="/ppt/slides/slide36.xml" Id="Rdd8704c171b44f7d" /><Relationship Type="http://schemas.openxmlformats.org/officeDocument/2006/relationships/slide" Target="/ppt/slides/slide37.xml" Id="R71ed14c8284a4f0b" /><Relationship Type="http://schemas.openxmlformats.org/officeDocument/2006/relationships/slide" Target="/ppt/slides/slide38.xml" Id="R9e3426fa170b4956" /><Relationship Type="http://schemas.openxmlformats.org/officeDocument/2006/relationships/slide" Target="/ppt/slides/slide39.xml" Id="Rabfa4c711120415d" /><Relationship Type="http://schemas.openxmlformats.org/officeDocument/2006/relationships/slide" Target="/ppt/slides/slide40.xml" Id="R3b742ce128af4e4e" /><Relationship Type="http://schemas.openxmlformats.org/officeDocument/2006/relationships/slide" Target="/ppt/slides/slide41.xml" Id="R488da8f381d1404c" /><Relationship Type="http://schemas.openxmlformats.org/officeDocument/2006/relationships/slide" Target="/ppt/slides/slide42.xml" Id="Rea59cbc30ffd4345" /><Relationship Type="http://schemas.openxmlformats.org/officeDocument/2006/relationships/slide" Target="/ppt/slides/slide43.xml" Id="Rdf5b78f27b6246d5" /><Relationship Type="http://schemas.openxmlformats.org/officeDocument/2006/relationships/slide" Target="/ppt/slides/slide44.xml" Id="R7242098aa96948f4" /><Relationship Type="http://schemas.openxmlformats.org/officeDocument/2006/relationships/slide" Target="/ppt/slides/slide45.xml" Id="R1f35dba7a0ff40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ee74bc5f924f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54c519776f4344" /><Relationship Type="http://schemas.openxmlformats.org/officeDocument/2006/relationships/notesMaster" Target="/ppt/notesMasters/notesMaster1.xml" Id="Rc316df4253c944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4a3c29de4a4403" /><Relationship Type="http://schemas.openxmlformats.org/officeDocument/2006/relationships/notesMaster" Target="/ppt/notesMasters/notesMaster1.xml" Id="R9887fdb58c1b4e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4fcf37475c4272" /><Relationship Type="http://schemas.openxmlformats.org/officeDocument/2006/relationships/notesMaster" Target="/ppt/notesMasters/notesMaster1.xml" Id="R8bb7ec6b651d47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d07b13ac5c48fd" /><Relationship Type="http://schemas.openxmlformats.org/officeDocument/2006/relationships/notesMaster" Target="/ppt/notesMasters/notesMaster1.xml" Id="Rd4a49e1bb35a46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0f119e31e24f1f" /><Relationship Type="http://schemas.openxmlformats.org/officeDocument/2006/relationships/notesMaster" Target="/ppt/notesMasters/notesMaster1.xml" Id="R673cd36309bb40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0a819c0d3b4d1f" /><Relationship Type="http://schemas.openxmlformats.org/officeDocument/2006/relationships/notesMaster" Target="/ppt/notesMasters/notesMaster1.xml" Id="R06b4f0c7f5ca46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6544fbdd874e75" /><Relationship Type="http://schemas.openxmlformats.org/officeDocument/2006/relationships/notesMaster" Target="/ppt/notesMasters/notesMaster1.xml" Id="R13d3d0594bef44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d77eceef0d4f91" /><Relationship Type="http://schemas.openxmlformats.org/officeDocument/2006/relationships/notesMaster" Target="/ppt/notesMasters/notesMaster1.xml" Id="R25565c1bed67419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ab8341ced4433b" /><Relationship Type="http://schemas.openxmlformats.org/officeDocument/2006/relationships/notesMaster" Target="/ppt/notesMasters/notesMaster1.xml" Id="Rfb26e558e0e241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bb0d814f0041df" /><Relationship Type="http://schemas.openxmlformats.org/officeDocument/2006/relationships/notesMaster" Target="/ppt/notesMasters/notesMaster1.xml" Id="Rc27aefb41bb747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ec5266468c4757" /><Relationship Type="http://schemas.openxmlformats.org/officeDocument/2006/relationships/notesMaster" Target="/ppt/notesMasters/notesMaster1.xml" Id="R016edc74f3844f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7a61c75a8a4358" /><Relationship Type="http://schemas.openxmlformats.org/officeDocument/2006/relationships/notesMaster" Target="/ppt/notesMasters/notesMaster1.xml" Id="R7d4333cd4e5e4b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b411a308234880" /><Relationship Type="http://schemas.openxmlformats.org/officeDocument/2006/relationships/notesMaster" Target="/ppt/notesMasters/notesMaster1.xml" Id="Rbb60016e6f0e4d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f1c174c3ee0493d" /><Relationship Type="http://schemas.openxmlformats.org/officeDocument/2006/relationships/notesMaster" Target="/ppt/notesMasters/notesMaster1.xml" Id="R49e9ba4bc3d148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c128ce89734e57" /><Relationship Type="http://schemas.openxmlformats.org/officeDocument/2006/relationships/notesMaster" Target="/ppt/notesMasters/notesMaster1.xml" Id="Re7616b8bf82e4d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744c6684dd489f" /><Relationship Type="http://schemas.openxmlformats.org/officeDocument/2006/relationships/notesMaster" Target="/ppt/notesMasters/notesMaster1.xml" Id="R0291e887b8f849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b05e8a67714458" /><Relationship Type="http://schemas.openxmlformats.org/officeDocument/2006/relationships/notesMaster" Target="/ppt/notesMasters/notesMaster1.xml" Id="R40e593f469304f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71c0418263d4934" /><Relationship Type="http://schemas.openxmlformats.org/officeDocument/2006/relationships/notesMaster" Target="/ppt/notesMasters/notesMaster1.xml" Id="Rfa1c9a0b143b477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8cae250c294719" /><Relationship Type="http://schemas.openxmlformats.org/officeDocument/2006/relationships/notesMaster" Target="/ppt/notesMasters/notesMaster1.xml" Id="Ref7a3560157f48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d739bbe0114ee5" /><Relationship Type="http://schemas.openxmlformats.org/officeDocument/2006/relationships/notesMaster" Target="/ppt/notesMasters/notesMaster1.xml" Id="R1afab6978d574cf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3943b60e3b4cba" /><Relationship Type="http://schemas.openxmlformats.org/officeDocument/2006/relationships/notesMaster" Target="/ppt/notesMasters/notesMaster1.xml" Id="Rb45b7738b7b34f2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81b7aa0ca54311" /><Relationship Type="http://schemas.openxmlformats.org/officeDocument/2006/relationships/notesMaster" Target="/ppt/notesMasters/notesMaster1.xml" Id="R168e80b25f3e4db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806cbbda854e44" /><Relationship Type="http://schemas.openxmlformats.org/officeDocument/2006/relationships/notesMaster" Target="/ppt/notesMasters/notesMaster1.xml" Id="R0dbce729e4a84f0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84d4c924ff6447d" /><Relationship Type="http://schemas.openxmlformats.org/officeDocument/2006/relationships/notesMaster" Target="/ppt/notesMasters/notesMaster1.xml" Id="R35cb2ffcbb4a43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a04b8f422614e3d" /><Relationship Type="http://schemas.openxmlformats.org/officeDocument/2006/relationships/notesMaster" Target="/ppt/notesMasters/notesMaster1.xml" Id="R0f73cb8a6d304a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68bb22793974a68" /><Relationship Type="http://schemas.openxmlformats.org/officeDocument/2006/relationships/notesMaster" Target="/ppt/notesMasters/notesMaster1.xml" Id="R7fbf7614410a43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40cf5cf9436447b" /><Relationship Type="http://schemas.openxmlformats.org/officeDocument/2006/relationships/notesMaster" Target="/ppt/notesMasters/notesMaster1.xml" Id="Rcaf55e7176a2418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411eb60bc1d4bef" /><Relationship Type="http://schemas.openxmlformats.org/officeDocument/2006/relationships/notesMaster" Target="/ppt/notesMasters/notesMaster1.xml" Id="Rd652c8005cd2421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05efdc7b997447c" /><Relationship Type="http://schemas.openxmlformats.org/officeDocument/2006/relationships/notesMaster" Target="/ppt/notesMasters/notesMaster1.xml" Id="Rd03490c75281460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b7b7369d4684295" /><Relationship Type="http://schemas.openxmlformats.org/officeDocument/2006/relationships/notesMaster" Target="/ppt/notesMasters/notesMaster1.xml" Id="Re6cb6896f2f344b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98bcce579744e0d" /><Relationship Type="http://schemas.openxmlformats.org/officeDocument/2006/relationships/notesMaster" Target="/ppt/notesMasters/notesMaster1.xml" Id="R0da60334ccfc424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70f00c7677a49dc" /><Relationship Type="http://schemas.openxmlformats.org/officeDocument/2006/relationships/notesMaster" Target="/ppt/notesMasters/notesMaster1.xml" Id="Ra65c447c65cd497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48ee408139e4077" /><Relationship Type="http://schemas.openxmlformats.org/officeDocument/2006/relationships/notesMaster" Target="/ppt/notesMasters/notesMaster1.xml" Id="Ra3ea293e76e04e0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1120e09b3604180" /><Relationship Type="http://schemas.openxmlformats.org/officeDocument/2006/relationships/notesMaster" Target="/ppt/notesMasters/notesMaster1.xml" Id="Rb869a2206428468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fca5f9639fd46da" /><Relationship Type="http://schemas.openxmlformats.org/officeDocument/2006/relationships/notesMaster" Target="/ppt/notesMasters/notesMaster1.xml" Id="R6209b812fd9549b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91ed5694e534072" /><Relationship Type="http://schemas.openxmlformats.org/officeDocument/2006/relationships/notesMaster" Target="/ppt/notesMasters/notesMaster1.xml" Id="R16dc168ff4d34e9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b2f5b9aba074bc7" /><Relationship Type="http://schemas.openxmlformats.org/officeDocument/2006/relationships/notesMaster" Target="/ppt/notesMasters/notesMaster1.xml" Id="Re5fb82f6c019422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ea43e4c3f0044a1" /><Relationship Type="http://schemas.openxmlformats.org/officeDocument/2006/relationships/notesMaster" Target="/ppt/notesMasters/notesMaster1.xml" Id="R71ce296e07074fa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7b84086d354436a" /><Relationship Type="http://schemas.openxmlformats.org/officeDocument/2006/relationships/notesMaster" Target="/ppt/notesMasters/notesMaster1.xml" Id="Rf606fb5c39e34e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b0ac09dcb6047d2" /><Relationship Type="http://schemas.openxmlformats.org/officeDocument/2006/relationships/notesMaster" Target="/ppt/notesMasters/notesMaster1.xml" Id="R333040bc93d0451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e7724951ce84cab" /><Relationship Type="http://schemas.openxmlformats.org/officeDocument/2006/relationships/notesMaster" Target="/ppt/notesMasters/notesMaster1.xml" Id="Rb567f0a68183415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336bfe18e1648a1" /><Relationship Type="http://schemas.openxmlformats.org/officeDocument/2006/relationships/notesMaster" Target="/ppt/notesMasters/notesMaster1.xml" Id="R1f2f237ddf4646e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db39cad32824c6b" /><Relationship Type="http://schemas.openxmlformats.org/officeDocument/2006/relationships/notesMaster" Target="/ppt/notesMasters/notesMaster1.xml" Id="R60b6446f389940c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5c56758efe445bb" /><Relationship Type="http://schemas.openxmlformats.org/officeDocument/2006/relationships/notesMaster" Target="/ppt/notesMasters/notesMaster1.xml" Id="R8a9ca5b5d5b2427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9d4a5ad6b08420e" /><Relationship Type="http://schemas.openxmlformats.org/officeDocument/2006/relationships/notesMaster" Target="/ppt/notesMasters/notesMaster1.xml" Id="R765b6cf5f83e45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trình bày đi từ kiến thức S3 đến ba thao tác trên AWS Console. Sản phẩm là kho tài liệu riêng tư trên dịch vụ thật, không cần chạy một ứng dụng web.</a:t>
            </a:r>
          </a:p>
          <a:p xmlns:a="http://schemas.openxmlformats.org/drawingml/2006/main">
            <a:r>
              <a:t/>
            </a:r>
          </a:p>
          <a:p xmlns:a="http://schemas.openxmlformats.org/drawingml/2006/main">
            <a:r>
              <a:t>Nguồn: https://docs.aws.amazon.com/AmazonS3/latest/userguide/Welcome.html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một tệp kế hoạch làm ví dụ xuyên suốt. Nhóm cần giữ được nội dung ban đầu và chia sẻ cho người khác trong một khoảng thời gian có kiểm soát.</a:t>
            </a:r>
          </a:p>
          <a:p xmlns:a="http://schemas.openxmlformats.org/drawingml/2006/main">
            <a:r>
              <a:t/>
            </a:r>
          </a:p>
          <a:p xmlns:a="http://schemas.openxmlformats.org/drawingml/2006/main">
            <a:r>
              <a:t>Nguồn: Tình huống minh họa của nhóm</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kiến thức khoảng 27–30 phút. Phần demo khoảng 8–10 phút. Các trang ngắn có thể đi nhanh hơn; khi trao đổi với thầy, tập trung vào bucket, key, version và quyền truy cập.</a:t>
            </a:r>
          </a:p>
          <a:p xmlns:a="http://schemas.openxmlformats.org/drawingml/2006/main">
            <a:r>
              <a:t/>
            </a:r>
          </a:p>
          <a:p xmlns:a="http://schemas.openxmlformats.org/drawingml/2006/main">
            <a:r>
              <a:t>Nguồn: Cấu trúc bài trình bày của nhóm</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bối cảnh vận hành, không phải một quy luật rằng mọi hệ thống nội bộ đều kém. Lưu trữ đám mây chuyển phần lớn công việc hạ tầng sang nhà cung cấp.</a:t>
            </a:r>
          </a:p>
          <a:p xmlns:a="http://schemas.openxmlformats.org/drawingml/2006/main">
            <a:r>
              <a:t/>
            </a:r>
          </a:p>
          <a:p xmlns:a="http://schemas.openxmlformats.org/drawingml/2006/main">
            <a:r>
              <a:t>Nguồn: https://aws.amazon.com/about-aws/our-origins/</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là một trong các dịch vụ nền tảng của AWS. Nhấn vào việc lập trình viên có thể gọi dịch vụ qua mạng, thay vì tự lắp đặt hạ tầng lưu trữ cho từng dự án.</a:t>
            </a:r>
          </a:p>
          <a:p xmlns:a="http://schemas.openxmlformats.org/drawingml/2006/main">
            <a:r>
              <a:t/>
            </a:r>
          </a:p>
          <a:p xmlns:a="http://schemas.openxmlformats.org/drawingml/2006/main">
            <a:r>
              <a:t>Nguồn: https://press.aboutamazon.com/2006/3/amazon-web-services-launches</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lưu và trả về object. S3 không tự chạy mã Python hay máy chủ ứng dụng. Trong bài này, Console là giao diện để thao tác với dịch vụ thật.</a:t>
            </a:r>
          </a:p>
          <a:p xmlns:a="http://schemas.openxmlformats.org/drawingml/2006/main">
            <a:r>
              <a:t/>
            </a:r>
          </a:p>
          <a:p xmlns:a="http://schemas.openxmlformats.org/drawingml/2006/main">
            <a:r>
              <a:t>Nguồn: https://docs.aws.amazon.com/AmazonS3/latest/userguide/Welcome.html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xếp hạng mọi hệ thống bằng câu block đắt nhất, object rẻ nhất. Chi phí và hiệu năng phụ thuộc dịch vụ và khối lượng công việc. EBS, EFS và S3 là ba ví dụ AWS tương ứng.</a:t>
            </a:r>
          </a:p>
          <a:p xmlns:a="http://schemas.openxmlformats.org/drawingml/2006/main">
            <a:r>
              <a:t/>
            </a:r>
          </a:p>
          <a:p xmlns:a="http://schemas.openxmlformats.org/drawingml/2006/main">
            <a:r>
              <a:t>Nguồn: https://aws.amazon.com/compare/the-difference-between-block-file-object-storage/</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Hãy hình dung bucket là phạm vi chứa và quản lý. Muốn đọc đúng một object cần biết bucket và key; nếu muốn đọc một phiên bản cụ thể thì bổ sung version ID.</a:t>
            </a:r>
          </a:p>
          <a:p xmlns:a="http://schemas.openxmlformats.org/drawingml/2006/main">
            <a:r>
              <a:t/>
            </a:r>
          </a:p>
          <a:p xmlns:a="http://schemas.openxmlformats.org/drawingml/2006/main">
            <a:r>
              <a:t>Nguồn: https://docs.aws.amazon.com/AmazonS3/latest/userguide/UsingObjects.html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dùng cloudnotes-starlight tại Sydney. Các loại bucket có đặc điểm khác nhau; không áp quy tắc của general purpose bucket cho mọi loại bucket.</a:t>
            </a:r>
          </a:p>
          <a:p xmlns:a="http://schemas.openxmlformats.org/drawingml/2006/main">
            <a:r>
              <a:t/>
            </a:r>
          </a:p>
          <a:p xmlns:a="http://schemas.openxmlformats.org/drawingml/2006/main">
            <a:r>
              <a:t>Nguồn: https://docs.aws.amazon.com/AmazonS3/latest/userguide/UsingBucket.html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mô hình general purpose bucket đang xét, prefix không phải thư mục vật lý trên một ổ đĩa. Ghi cùng key khi Versioning bật tạo thêm phiên bản thay vì đổi tên tệp.</a:t>
            </a:r>
          </a:p>
          <a:p xmlns:a="http://schemas.openxmlformats.org/drawingml/2006/main">
            <a:r>
              <a:t/>
            </a:r>
          </a:p>
          <a:p xmlns:a="http://schemas.openxmlformats.org/drawingml/2006/main">
            <a:r>
              <a:t>Nguồn: https://docs.aws.amazon.com/AmazonS3/latest/userguide/object-keys.html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Dàn gốc gộp tags vào metadata dễ làm người nghe nhầm. Ví dụ Content-Type mô tả cách đọc nội dung, còn tag project=cloudnotes có thể dùng để phân loại hoặc quản lý.</a:t>
            </a:r>
          </a:p>
          <a:p xmlns:a="http://schemas.openxmlformats.org/drawingml/2006/main">
            <a:r>
              <a:t/>
            </a:r>
          </a:p>
          <a:p xmlns:a="http://schemas.openxmlformats.org/drawingml/2006/main">
            <a:r>
              <a:t>Nguồn: https://docs.aws.amazon.com/AmazonS3/latest/userguide/UsingMetadata.html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Region chứa nhiều AZ. Đặc điểm nhiều AZ được nêu cho S3 Standard; One Zone-IA và Express One Zone có mô hình một AZ khác.</a:t>
            </a:r>
          </a:p>
          <a:p xmlns:a="http://schemas.openxmlformats.org/drawingml/2006/main">
            <a:r>
              <a:t/>
            </a:r>
          </a:p>
          <a:p xmlns:a="http://schemas.openxmlformats.org/drawingml/2006/main">
            <a:r>
              <a:t>Nguồn: https://docs.aws.amazon.com/AmazonS3/latest/userguide/storage-class-intro.html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Console đóng gói thao tác thành nút Upload, Download và Delete. Hiểu các thao tác API giúp giải thích được điều gì xảy ra phía sau giao diện.</a:t>
            </a:r>
          </a:p>
          <a:p xmlns:a="http://schemas.openxmlformats.org/drawingml/2006/main">
            <a:r>
              <a:t/>
            </a:r>
          </a:p>
          <a:p xmlns:a="http://schemas.openxmlformats.org/drawingml/2006/main">
            <a:r>
              <a:t>Nguồn: https://docs.aws.amazon.com/AmazonS3/latest/userguide/UsingObjects.html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hai mục tiêu thiết kế khác nhau, không phải cam kết không bao giờ mất dữ liệu hoặc gián đoạn. Không dùng hai con số này chung cho mọi storage class. Versioning vẫn cần để xử lý ghi đè nhầm.</a:t>
            </a:r>
          </a:p>
          <a:p xmlns:a="http://schemas.openxmlformats.org/drawingml/2006/main">
            <a:r>
              <a:t/>
            </a:r>
          </a:p>
          <a:p xmlns:a="http://schemas.openxmlformats.org/drawingml/2006/main">
            <a:r>
              <a:t>Nguồn: https://docs.aws.amazon.com/AmazonS3/latest/userguide/DataDurability.html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Tính nhất quán cho phép demo ghi đè rồi đọc ngay bản hiện tại. Nó không có nghĩa mọi hệ thống cache hay mọi bản sao ở Region khác đều cập nhật tức thì.</a:t>
            </a:r>
          </a:p>
          <a:p xmlns:a="http://schemas.openxmlformats.org/drawingml/2006/main">
            <a:r>
              <a:t/>
            </a:r>
          </a:p>
          <a:p xmlns:a="http://schemas.openxmlformats.org/drawingml/2006/main">
            <a:r>
              <a:t>Nguồn: https://aws.amazon.com/s3/consistency/</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 mã hóa mặc định không thay thế việc cấp quyền đúng. Một policy hoặc quy tắc xóa sai vẫn có thể gây hậu quả dù hạ tầng của AWS hoạt động bình thường.</a:t>
            </a:r>
          </a:p>
          <a:p xmlns:a="http://schemas.openxmlformats.org/drawingml/2006/main">
            <a:r>
              <a:t/>
            </a:r>
          </a:p>
          <a:p xmlns:a="http://schemas.openxmlformats.org/drawingml/2006/main">
            <a:r>
              <a:t>Nguồn: https://docs.aws.amazon.com/AmazonS3/latest/userguide/security.html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yêu cầu truy cập được đánh giá theo các chính sách áp dụng. Không nên dùng câu chỉ cần có URL là tải được, vì S3 còn kiểm tra quyền và chữ ký.</a:t>
            </a:r>
          </a:p>
          <a:p xmlns:a="http://schemas.openxmlformats.org/drawingml/2006/main">
            <a:r>
              <a:t/>
            </a:r>
          </a:p>
          <a:p xmlns:a="http://schemas.openxmlformats.org/drawingml/2006/main">
            <a:r>
              <a:t>Nguồn: https://docs.aws.amazon.com/AmazonS3/latest/userguide/access-management.html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Public Access không có nghĩa chặn mọi hình thức truy cập. Người đã có quyền và request được ký hợp lệ vẫn có thể sử dụng object riêng tư.</a:t>
            </a:r>
          </a:p>
          <a:p xmlns:a="http://schemas.openxmlformats.org/drawingml/2006/main">
            <a:r>
              <a:t/>
            </a:r>
          </a:p>
          <a:p xmlns:a="http://schemas.openxmlformats.org/drawingml/2006/main">
            <a:r>
              <a:t>Nguồn: https://docs.aws.amazon.com/AmazonS3/latest/userguide/configuring-block-public-access-bucket.html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giới thiệu thêm SSE-KMS khi thầy hỏi nhu cầu quản lý khóa. Không cần đưa mọi lựa chọn mã hóa vào demo và không biến mã hóa thành bằng chứng rằng object đã được cấp quyền an toàn.</a:t>
            </a:r>
          </a:p>
          <a:p xmlns:a="http://schemas.openxmlformats.org/drawingml/2006/main">
            <a:r>
              <a:t/>
            </a:r>
          </a:p>
          <a:p xmlns:a="http://schemas.openxmlformats.org/drawingml/2006/main">
            <a:r>
              <a:t>Nguồn: https://docs.aws.amazon.com/AmazonS3/latest/userguide/default-encryption-faq.html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cần một backend mới để thực hiện demo vì AWS Console có chức năng tạo URL. Presigned URL là bearer token, cần giữ kín. Nó không mặc định chỉ được sử dụng một lần.</a:t>
            </a:r>
          </a:p>
          <a:p xmlns:a="http://schemas.openxmlformats.org/drawingml/2006/main">
            <a:r>
              <a:t/>
            </a:r>
          </a:p>
          <a:p xmlns:a="http://schemas.openxmlformats.org/drawingml/2006/main">
            <a:r>
              <a:t>Nguồn: https://docs.aws.amazon.com/AmazonS3/latest/userguide/using-presigned-url.html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mô hình kiến trúc ứng dụng để giải thích ý nghĩa của presigned URL. Nhóm không tuyên bố đã xây FastAPI, MinIO hoặc đo hiệu năng backend. Phần thực nghiệm chỉ dùng S3 Console.</a:t>
            </a:r>
          </a:p>
          <a:p xmlns:a="http://schemas.openxmlformats.org/drawingml/2006/main">
            <a:r>
              <a:t/>
            </a:r>
          </a:p>
          <a:p xmlns:a="http://schemas.openxmlformats.org/drawingml/2006/main">
            <a:r>
              <a:t>Nguồn: https://docs.aws.amazon.com/AmazonS3/latest/userguide/ShareObjectPreSignedURL.html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Versioning giữ lịch sử thay đổi object. Demo dùng hai nội dung khác nhau của tệp kế hoạch, sau đó phục hồi bản đầu thành phiên bản hiện tại thứ ba.</a:t>
            </a:r>
          </a:p>
          <a:p xmlns:a="http://schemas.openxmlformats.org/drawingml/2006/main">
            <a:r>
              <a:t/>
            </a:r>
          </a:p>
          <a:p xmlns:a="http://schemas.openxmlformats.org/drawingml/2006/main">
            <a:r>
              <a:t>Nguồn: https://docs.aws.amazon.com/AmazonS3/latest/userguide/Versioning.html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Nội dung này là kiến thức bổ sung, không phải một chức năng demo đã chạy. Không phát biểu rằng mọi lệnh DELETE đều chỉ thêm delete marker, vì xóa theo version ID có thể xóa dữ liệu vĩnh viễn.</a:t>
            </a:r>
          </a:p>
          <a:p xmlns:a="http://schemas.openxmlformats.org/drawingml/2006/main">
            <a:r>
              <a:t/>
            </a:r>
          </a:p>
          <a:p xmlns:a="http://schemas.openxmlformats.org/drawingml/2006/main">
            <a:r>
              <a:t>Nguồn: https://docs.aws.amazon.com/AmazonS3/latest/userguide/DeleteMarker.html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 Lock áp dụng cho phiên bản. Vẫn có thể tạo phiên bản mới của cùng key. Governance có thể được bỏ qua bằng quyền đặc biệt, còn Compliance bảo vệ chặt hơn trong thời hạn lưu giữ.</a:t>
            </a:r>
          </a:p>
          <a:p xmlns:a="http://schemas.openxmlformats.org/drawingml/2006/main">
            <a:r>
              <a:t/>
            </a:r>
          </a:p>
          <a:p xmlns:a="http://schemas.openxmlformats.org/drawingml/2006/main">
            <a:r>
              <a:t>Nguồn: https://docs.aws.amazon.com/AmazonS3/latest/userguide/object-lock.html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chọn chỉ theo giá lưu trữ mỗi GB. Dữ liệu ít dùng nhưng cần đọc ngay khác với dữ liệu có thể chờ nhiều giờ để phục hồi.</a:t>
            </a:r>
          </a:p>
          <a:p xmlns:a="http://schemas.openxmlformats.org/drawingml/2006/main">
            <a:r>
              <a:t/>
            </a:r>
          </a:p>
          <a:p xmlns:a="http://schemas.openxmlformats.org/drawingml/2006/main">
            <a:r>
              <a:t>Nguồn: https://docs.aws.amazon.com/AmazonS3/latest/userguide/storage-class-intro.html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dùng Standard. Express One Zone có đặc điểm một AZ và directory bucket, không phải một công tắc tăng tốc cho bucket demo hiện tại. Các lớp có mức phí đọc và thời gian lưu tối thiểu khác nhau.</a:t>
            </a:r>
          </a:p>
          <a:p xmlns:a="http://schemas.openxmlformats.org/drawingml/2006/main">
            <a:r>
              <a:t/>
            </a:r>
          </a:p>
          <a:p xmlns:a="http://schemas.openxmlformats.org/drawingml/2006/main">
            <a:r>
              <a:t>Nguồn: https://docs.aws.amazon.com/AmazonS3/latest/userguide/storage-class-intro.html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gộp toàn bộ Glacier thành vài phút đến 12 giờ như dàn gốc. Thời gian phụ thuộc lớp và tùy chọn retrieval. Đây là phần lý thuyết, không chuyển object demo sang archive.</a:t>
            </a:r>
          </a:p>
          <a:p xmlns:a="http://schemas.openxmlformats.org/drawingml/2006/main">
            <a:r>
              <a:t/>
            </a:r>
          </a:p>
          <a:p xmlns:a="http://schemas.openxmlformats.org/drawingml/2006/main">
            <a:r>
              <a:t>Nguồn: https://docs.aws.amazon.com/AmazonS3/latest/userguide/restoring-objects-retrieval-options.html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ngày 30 chuyển IA, ngày 90 chuyển archive chỉ là chính sách minh họa. Với bucket bật Versioning, expiration của bản hiện tại thường tạo delete marker, không tự xóa mọi phiên bản cũ.</a:t>
            </a:r>
          </a:p>
          <a:p xmlns:a="http://schemas.openxmlformats.org/drawingml/2006/main">
            <a:r>
              <a:t/>
            </a:r>
          </a:p>
          <a:p xmlns:a="http://schemas.openxmlformats.org/drawingml/2006/main">
            <a:r>
              <a:t>Nguồn: https://docs.aws.amazon.com/AmazonS3/latest/userguide/object-lifecycle-mgmt.html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5 TB trong dàn gốc đã thay đổi ngày 02/12/2025. Một PUT đơn có giới hạn 5 GB; tệp lớn hơn cần multipart. Các phần chưa hoàn tất có thể tiếp tục phát sinh chi phí cho đến khi hoàn tất hoặc hủy. Nguồn cập nhật: https://aws.amazon.com/about-aws/whats-new/2025/12/amazon-s3-maximum-object-size-50-tb/</a:t>
            </a:r>
          </a:p>
          <a:p xmlns:a="http://schemas.openxmlformats.org/drawingml/2006/main">
            <a:r>
              <a:t/>
            </a:r>
          </a:p>
          <a:p xmlns:a="http://schemas.openxmlformats.org/drawingml/2006/main">
            <a:r>
              <a:t>Nguồn: https://docs.aws.amazon.com/AmazonS3/latest/userguide/mpuoverview.html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không phải mức trần cứng hay kết quả benchmark của nhóm. Tệp demo rất nhỏ nên chỉ chứng minh chức năng, không dùng để kết luận về hiệu năng ở quy mô lớn.</a:t>
            </a:r>
          </a:p>
          <a:p xmlns:a="http://schemas.openxmlformats.org/drawingml/2006/main">
            <a:r>
              <a:t/>
            </a:r>
          </a:p>
          <a:p xmlns:a="http://schemas.openxmlformats.org/drawingml/2006/main">
            <a:r>
              <a:t>Nguồn: https://docs.aws.amazon.com/AmazonS3/latest/userguide/optimizing-performance.html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Event Notifications có cơ chế at least once. Hình luồng trên slide là mô hình khái niệm, không phải hệ thống Lambda hoặc worker mà nhóm đã triển khai.</a:t>
            </a:r>
          </a:p>
          <a:p xmlns:a="http://schemas.openxmlformats.org/drawingml/2006/main">
            <a:r>
              <a:t/>
            </a:r>
          </a:p>
          <a:p xmlns:a="http://schemas.openxmlformats.org/drawingml/2006/main">
            <a:r>
              <a:t>Nguồn: https://docs.aws.amazon.com/AmazonS3/latest/userguide/EventNotifications.html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giữ lời hứa tiết kiệm 80–90% vì thiếu bối cảnh đo. S3 là nơi lưu, Athena là dịch vụ truy vấn. Việc chọn định dạng và phân vùng dữ liệu ảnh hưởng chi phí và tốc độ. S3 Select: https://docs.aws.amazon.com/AmazonS3/latest/userguide/selecting-content-from-objects.html</a:t>
            </a:r>
          </a:p>
          <a:p xmlns:a="http://schemas.openxmlformats.org/drawingml/2006/main">
            <a:r>
              <a:t/>
            </a:r>
          </a:p>
          <a:p xmlns:a="http://schemas.openxmlformats.org/drawingml/2006/main">
            <a:r>
              <a:t>Nguồn: https://docs.aws.amazon.com/athena/latest/ug/what-is.html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Replication khác Versioning: Versioning giữ lịch sử trong bucket, replication tạo bản sao ở bucket đích. Cũng khác với strong consistency khi đọc dữ liệu trong phạm vi dịch vụ nguồn.</a:t>
            </a:r>
          </a:p>
          <a:p xmlns:a="http://schemas.openxmlformats.org/drawingml/2006/main">
            <a:r>
              <a:t/>
            </a:r>
          </a:p>
          <a:p xmlns:a="http://schemas.openxmlformats.org/drawingml/2006/main">
            <a:r>
              <a:t>Nguồn: https://docs.aws.amazon.com/AmazonS3/latest/userguide/replication.html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nói chắc demo miễn phí hoặc mọi GET đều cùng một đơn giá. Với phiên bản cũ, dung lượng vẫn tính tiền. Sau buổi học cần theo dõi Billing và dọn tài nguyên phù hợp.</a:t>
            </a:r>
          </a:p>
          <a:p xmlns:a="http://schemas.openxmlformats.org/drawingml/2006/main">
            <a:r>
              <a:t/>
            </a:r>
          </a:p>
          <a:p xmlns:a="http://schemas.openxmlformats.org/drawingml/2006/main">
            <a:r>
              <a:t>Nguồn: https://aws.amazon.com/s3/pricing/</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Chọn S3 khi ứng dụng phù hợp truy cập object. Một yêu cầu đọc ghi khối cho hệ điều hành hoặc giao dịch cơ sở dữ liệu có thể cần loại lưu trữ khác.</a:t>
            </a:r>
          </a:p>
          <a:p xmlns:a="http://schemas.openxmlformats.org/drawingml/2006/main">
            <a:r>
              <a:t/>
            </a:r>
          </a:p>
          <a:p xmlns:a="http://schemas.openxmlformats.org/drawingml/2006/main">
            <a:r>
              <a:t>Nguồn: https://aws.amazon.com/s3/</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này chuyển sang AWS Console. Không cần chạy Docker, MinIO, FastAPI hay mã HTML. Sơ đồ chỉ mô tả các thành phần thực sự dùng trong sản phẩm.</a:t>
            </a:r>
          </a:p>
          <a:p xmlns:a="http://schemas.openxmlformats.org/drawingml/2006/main">
            <a:r>
              <a:t/>
            </a:r>
          </a:p>
          <a:p xmlns:a="http://schemas.openxmlformats.org/drawingml/2006/main">
            <a:r>
              <a:t>Nguồn: https://github.com/st4rlight3/amazon-s3-kho-tai-lieu-demo</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trên slide chứng minh trạng thái Versioning bật. Các cấu hình còn lại được kiểm tra trong báo cáo demo. Không chỉnh public hay phát hành access key để chia sẻ tài liệu.</a:t>
            </a:r>
          </a:p>
          <a:p xmlns:a="http://schemas.openxmlformats.org/drawingml/2006/main">
            <a:r>
              <a:t/>
            </a:r>
          </a:p>
          <a:p xmlns:a="http://schemas.openxmlformats.org/drawingml/2006/main">
            <a:r>
              <a:t>Nguồn: https://docs.aws.amazon.com/AmazonS3/latest/userguide/UsingBucket.html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Thao tác trực tiếp: mở bucket, Upload, Add files, chọn tệp v1 rồi Upload. Tải lại bản hiện tại bằng Download và đối chiếu. Đây là PUT và GET của cùng object.</a:t>
            </a:r>
          </a:p>
          <a:p xmlns:a="http://schemas.openxmlformats.org/drawingml/2006/main">
            <a:r>
              <a:t/>
            </a:r>
          </a:p>
          <a:p xmlns:a="http://schemas.openxmlformats.org/drawingml/2006/main">
            <a:r>
              <a:t>Nguồn: https://docs.aws.amazon.com/AmazonS3/latest/userguide/upload-objects.html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đổi tên tệp v2 khi upload. Hai nội dung có cùng key nên S3 tạo version mới. Khi xem ảnh đã kiểm chứng, có ba versions vì ảnh chụp sau khi hoàn tất cả bước khôi phục.</a:t>
            </a:r>
          </a:p>
          <a:p xmlns:a="http://schemas.openxmlformats.org/drawingml/2006/main">
            <a:r>
              <a:t/>
            </a:r>
          </a:p>
          <a:p xmlns:a="http://schemas.openxmlformats.org/drawingml/2006/main">
            <a:r>
              <a:t>Nguồn: https://docs.aws.amazon.com/AmazonS3/latest/userguide/Versioning.html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cách phục hồi được chọn cho bài: tải phiên bản trước rồi ghi lại. v1, v2, v3 là nhãn trong bài, không phải định dạng Version ID thật của AWS.</a:t>
            </a:r>
          </a:p>
          <a:p xmlns:a="http://schemas.openxmlformats.org/drawingml/2006/main">
            <a:r>
              <a:t/>
            </a:r>
          </a:p>
          <a:p xmlns:a="http://schemas.openxmlformats.org/drawingml/2006/main">
            <a:r>
              <a:t>Nguồn: https://docs.aws.amazon.com/AmazonS3/latest/userguide/RestoringPreviousVersions.html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request khác nhau vì presigned URL mang chữ ký và quyền của bên ký. Người nhận không cần đổi bucket thành public. Không chiếu URL thật chứa chữ ký lên slide hoặc đưa vào GitHub.</a:t>
            </a:r>
          </a:p>
          <a:p xmlns:a="http://schemas.openxmlformats.org/drawingml/2006/main">
            <a:r>
              <a:t/>
            </a:r>
          </a:p>
          <a:p xmlns:a="http://schemas.openxmlformats.org/drawingml/2006/main">
            <a:r>
              <a:t>Nguồn: https://docs.aws.amazon.com/AmazonS3/latest/userguide/ShareObjectPreSignedURL.html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dùng trang đã cache để kết luận URL còn hiệu lực. Kiểm tra bằng một request mới sau thời hạn. Ảnh thành công dùng ở đây và ảnh phục hồi là cùng một GET thành công, không phải hai phép thử độc lập.</a:t>
            </a:r>
          </a:p>
          <a:p xmlns:a="http://schemas.openxmlformats.org/drawingml/2006/main">
            <a:r>
              <a:t/>
            </a:r>
          </a:p>
          <a:p xmlns:a="http://schemas.openxmlformats.org/drawingml/2006/main">
            <a:r>
              <a:t>Nguồn: https://docs.aws.amazon.com/AmazonS3/latest/userguide/using-presigned-url.html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xóa tài nguyên trong lúc trình bày nếu chưa cần. Khi dọn phải hiểu xóa object hiện tại chưa chắc đã xóa mọi version. Hướng dẫn đầy đủ nằm trong README và kịch bản demo.</a:t>
            </a:r>
          </a:p>
          <a:p xmlns:a="http://schemas.openxmlformats.org/drawingml/2006/main">
            <a:r>
              <a:t/>
            </a:r>
          </a:p>
          <a:p xmlns:a="http://schemas.openxmlformats.org/drawingml/2006/main">
            <a:r>
              <a:t>Nguồn: https://github.com/st4rlight3/amazon-s3-kho-tai-lieu-demo/blob/main/docs/ket-qua-demo.md</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thầy chọn một thao tác để nhóm giải thích theo luồng: người thực hiện, quyền cần có, request gửi đến S3 và kết quả nhìn thấy. Đây là cách chứng minh nhóm hiểu demo.</a:t>
            </a:r>
          </a:p>
          <a:p xmlns:a="http://schemas.openxmlformats.org/drawingml/2006/main">
            <a:r>
              <a:t/>
            </a:r>
          </a:p>
          <a:p xmlns:a="http://schemas.openxmlformats.org/drawingml/2006/main">
            <a:r>
              <a:t>Nguồn: https://docs.aws.amazon.com/AmazonS3/latest/userguide/Welcome.html</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tham khảo được đặt trong ghi chú của từng slide và tài liệu nguồn trên GitHub. Bài chỉ tuyên bố các chức năng có bằng chứng đã chạy. Nền được lấy từ bản Canva do người dùng cung cấp.</a:t>
            </a:r>
          </a:p>
          <a:p xmlns:a="http://schemas.openxmlformats.org/drawingml/2006/main">
            <a:r>
              <a:t/>
            </a:r>
          </a:p>
          <a:p xmlns:a="http://schemas.openxmlformats.org/drawingml/2006/main">
            <a:r>
              <a:t>Nguồn: https://github.com/st4rlight3/amazon-s3-kho-tai-lieu-demo</a:t>
            </a:r>
          </a:p>
          <a:p xmlns:a="http://schemas.openxmlformats.org/drawingml/2006/main">
            <a:r>
              <a:t>Ảnh nền: bản Canva tham chiếu do người dùng cung cấp (DAHZUakMsRA).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2ec64f30bb45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d9d0421e7f4b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b26dce00494f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69f244d51849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78df0d432e44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d605a57b0e48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4D654C-D72A-4287-8CCF-F3AFC32D75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A74CE7-B812-47EA-BD5E-7E240AAB40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9FC5EF-6A1B-40B0-AEC2-C67848896C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4E1685-B674-4EEF-9941-25587AF4B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283F05-4642-4945-B563-D8075FA53F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FF57F5-D52F-4E05-A2ED-9CF347DFF6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EE52A60-559B-4E9D-AC93-E09AFAB7EF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EF9FDC-794F-490E-8E79-054495FFCE5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F9ED0C-17B9-4FF1-95A1-D0262D1E48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686821-F3E4-451B-BB51-5EEFA3115C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4bde870bb04e8a" /><Relationship Type="http://schemas.openxmlformats.org/officeDocument/2006/relationships/slideLayout" Target="/ppt/slideLayouts/slideLayout1.xml" Id="R17cd36c418094ec7" /><Relationship Type="http://schemas.openxmlformats.org/officeDocument/2006/relationships/slideLayout" Target="/ppt/slideLayouts/slideLayout2.xml" Id="Re9dfefdd9e3344cd" /><Relationship Type="http://schemas.openxmlformats.org/officeDocument/2006/relationships/slideLayout" Target="/ppt/slideLayouts/slideLayout3.xml" Id="Rca8a40648d5244b1" /><Relationship Type="http://schemas.openxmlformats.org/officeDocument/2006/relationships/slideLayout" Target="/ppt/slideLayouts/slideLayout4.xml" Id="R9e46f35532884537" /><Relationship Type="http://schemas.openxmlformats.org/officeDocument/2006/relationships/slideLayout" Target="/ppt/slideLayouts/slideLayout5.xml" Id="R67ec38ef90ea4459" /><Relationship Type="http://schemas.openxmlformats.org/officeDocument/2006/relationships/slideLayout" Target="/ppt/slideLayouts/slideLayout6.xml" Id="R16bf95c5241444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cd36c418094ec7"/>
    <p:sldLayoutId xmlns:r="http://schemas.openxmlformats.org/officeDocument/2006/relationships" id="2147483650" r:id="Re9dfefdd9e3344cd"/>
    <p:sldLayoutId xmlns:r="http://schemas.openxmlformats.org/officeDocument/2006/relationships" id="2147483651" r:id="Rca8a40648d5244b1"/>
    <p:sldLayoutId xmlns:r="http://schemas.openxmlformats.org/officeDocument/2006/relationships" id="2147483652" r:id="R9e46f35532884537"/>
    <p:sldLayoutId xmlns:r="http://schemas.openxmlformats.org/officeDocument/2006/relationships" id="2147483653" r:id="R67ec38ef90ea4459"/>
    <p:sldLayoutId xmlns:r="http://schemas.openxmlformats.org/officeDocument/2006/relationships" id="2147483654" r:id="R16bf95c5241444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0aacbfcae5414a" /><Relationship Type="http://schemas.openxmlformats.org/officeDocument/2006/relationships/image" Target="/ppt/media/image.png" Id="R7ad8fae9652e4c39" /><Relationship Type="http://schemas.openxmlformats.org/officeDocument/2006/relationships/notesSlide" Target="/ppt/notesSlides/notesSlide1.xml" Id="R0d72b3260c554c12" /></Relationships>
</file>

<file path=ppt/slides/_rels/slide2.xml.rels><?xml version='1.0' encoding='utf-8'?>
<Relationships xmlns="http://schemas.openxmlformats.org/package/2006/relationships"><Relationship Type="http://schemas.openxmlformats.org/officeDocument/2006/relationships/slideLayout" Target="/ppt/slideLayouts/slideLayout6.xml" Id="R8856706cec7e49cb" /><Relationship Type="http://schemas.openxmlformats.org/officeDocument/2006/relationships/image" Target="/ppt/media/image.png" Id="Rb7a3a5322b8d45fa" /><Relationship Type="http://schemas.openxmlformats.org/officeDocument/2006/relationships/notesSlide" Target="/ppt/notesSlides/notesSlide2.xml" Id="Ra272d84349174756" /></Relationships>
</file>

<file path=ppt/slides/_rels/slide3.xml.rels><?xml version='1.0' encoding='utf-8'?>
<Relationships xmlns="http://schemas.openxmlformats.org/package/2006/relationships"><Relationship Type="http://schemas.openxmlformats.org/officeDocument/2006/relationships/slideLayout" Target="/ppt/slideLayouts/slideLayout6.xml" Id="R4f444709715b45d5" /><Relationship Type="http://schemas.openxmlformats.org/officeDocument/2006/relationships/image" Target="/ppt/media/image.png" Id="R5cab55bb403f4250" /><Relationship Type="http://schemas.openxmlformats.org/officeDocument/2006/relationships/notesSlide" Target="/ppt/notesSlides/notesSlide3.xml" Id="Rcc3440b903b04cec"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67d8b3d696ca4e5f" /><Relationship Type="http://schemas.openxmlformats.org/officeDocument/2006/relationships/image" Target="/ppt/media/image.png" Id="R8cd5751ba8214cdf" /><Relationship Type="http://schemas.openxmlformats.org/officeDocument/2006/relationships/notesSlide" Target="/ppt/notesSlides/notesSlide4.xml" Id="R63efbf73d2f341d7" /></Relationships>
</file>

<file path=ppt/slides/_rels/slide5.xml.rels><?xml version='1.0' encoding='utf-8'?>
<Relationships xmlns="http://schemas.openxmlformats.org/package/2006/relationships"><Relationship Type="http://schemas.openxmlformats.org/officeDocument/2006/relationships/slideLayout" Target="/ppt/slideLayouts/slideLayout6.xml" Id="R50fdbd617bad4eb3" /><Relationship Type="http://schemas.openxmlformats.org/officeDocument/2006/relationships/image" Target="/ppt/media/image.png" Id="R6ca37592f8c14495" /><Relationship Type="http://schemas.openxmlformats.org/officeDocument/2006/relationships/notesSlide" Target="/ppt/notesSlides/notesSlide5.xml" Id="R589b93b1393a4a4f" /></Relationships>
</file>

<file path=ppt/slides/_rels/slide6.xml.rels><?xml version='1.0' encoding='utf-8'?>
<Relationships xmlns="http://schemas.openxmlformats.org/package/2006/relationships"><Relationship Type="http://schemas.openxmlformats.org/officeDocument/2006/relationships/slideLayout" Target="/ppt/slideLayouts/slideLayout6.xml" Id="R844e591c94144499" /><Relationship Type="http://schemas.openxmlformats.org/officeDocument/2006/relationships/image" Target="/ppt/media/image.png" Id="R2da1266b49a9430b" /><Relationship Type="http://schemas.openxmlformats.org/officeDocument/2006/relationships/notesSlide" Target="/ppt/notesSlides/notesSlide6.xml" Id="R00af99ce0416444b" /></Relationships>
</file>

<file path=ppt/slides/_rels/slide7.xml.rels><?xml version='1.0' encoding='utf-8'?>
<Relationships xmlns="http://schemas.openxmlformats.org/package/2006/relationships"><Relationship Type="http://schemas.openxmlformats.org/officeDocument/2006/relationships/slideLayout" Target="/ppt/slideLayouts/slideLayout6.xml" Id="R37d112af4e6b4c67" /><Relationship Type="http://schemas.openxmlformats.org/officeDocument/2006/relationships/image" Target="/ppt/media/image.png" Id="Rf3a7cc45e4cb4a37" /><Relationship Type="http://schemas.openxmlformats.org/officeDocument/2006/relationships/notesSlide" Target="/ppt/notesSlides/notesSlide7.xml" Id="R734eda6ab5f74e1e" /></Relationships>
</file>

<file path=ppt/slides/_rels/slide8.xml.rels><?xml version='1.0' encoding='utf-8'?>
<Relationships xmlns="http://schemas.openxmlformats.org/package/2006/relationships"><Relationship Type="http://schemas.openxmlformats.org/officeDocument/2006/relationships/slideLayout" Target="/ppt/slideLayouts/slideLayout6.xml" Id="R899809f1533f4615" /><Relationship Type="http://schemas.openxmlformats.org/officeDocument/2006/relationships/image" Target="/ppt/media/image.png" Id="R24ef9fb0c26b40ec" /><Relationship Type="http://schemas.openxmlformats.org/officeDocument/2006/relationships/notesSlide" Target="/ppt/notesSlides/notesSlide8.xml" Id="Rcbed162988d84385" /></Relationships>
</file>

<file path=ppt/slides/_rels/slide9.xml.rels><?xml version='1.0' encoding='utf-8'?>
<Relationships xmlns="http://schemas.openxmlformats.org/package/2006/relationships"><Relationship Type="http://schemas.openxmlformats.org/officeDocument/2006/relationships/slideLayout" Target="/ppt/slideLayouts/slideLayout6.xml" Id="R25672c23386543d2" /><Relationship Type="http://schemas.openxmlformats.org/officeDocument/2006/relationships/image" Target="/ppt/media/image.png" Id="Red69a7791d624bb9" /><Relationship Type="http://schemas.openxmlformats.org/officeDocument/2006/relationships/notesSlide" Target="/ppt/notesSlides/notesSlide9.xml" Id="R92c2a69d570146cf" /></Relationships>
</file>

<file path=ppt/slides/_rels/slide10.xml.rels><?xml version='1.0' encoding='utf-8'?>
<Relationships xmlns="http://schemas.openxmlformats.org/package/2006/relationships"><Relationship Type="http://schemas.openxmlformats.org/officeDocument/2006/relationships/slideLayout" Target="/ppt/slideLayouts/slideLayout6.xml" Id="R36556dfb5f04421e" /><Relationship Type="http://schemas.openxmlformats.org/officeDocument/2006/relationships/image" Target="/ppt/media/image.png" Id="R51df27641d68459a" /><Relationship Type="http://schemas.openxmlformats.org/officeDocument/2006/relationships/notesSlide" Target="/ppt/notesSlides/notesSlide10.xml" Id="R439bb74cfdc14e24" /></Relationships>
</file>

<file path=ppt/slides/_rels/slide11.xml.rels><?xml version='1.0' encoding='utf-8'?>
<Relationships xmlns="http://schemas.openxmlformats.org/package/2006/relationships"><Relationship Type="http://schemas.openxmlformats.org/officeDocument/2006/relationships/slideLayout" Target="/ppt/slideLayouts/slideLayout6.xml" Id="R05712dd7f2b44bd9" /><Relationship Type="http://schemas.openxmlformats.org/officeDocument/2006/relationships/image" Target="/ppt/media/image.png" Id="R70a5139abb8a4de5" /><Relationship Type="http://schemas.openxmlformats.org/officeDocument/2006/relationships/notesSlide" Target="/ppt/notesSlides/notesSlide11.xml" Id="Rcbe50d56fe7f443f" /></Relationships>
</file>

<file path=ppt/slides/_rels/slide12.xml.rels><?xml version='1.0' encoding='utf-8'?>
<Relationships xmlns="http://schemas.openxmlformats.org/package/2006/relationships"><Relationship Type="http://schemas.openxmlformats.org/officeDocument/2006/relationships/slideLayout" Target="/ppt/slideLayouts/slideLayout6.xml" Id="R64093531ee1f4e4f" /><Relationship Type="http://schemas.openxmlformats.org/officeDocument/2006/relationships/image" Target="/ppt/media/image.png" Id="Ra8911079595c43b2" /><Relationship Type="http://schemas.openxmlformats.org/officeDocument/2006/relationships/notesSlide" Target="/ppt/notesSlides/notesSlide12.xml" Id="R383cf3aedab044ef" /></Relationships>
</file>

<file path=ppt/slides/_rels/slide13.xml.rels><?xml version='1.0' encoding='utf-8'?>
<Relationships xmlns="http://schemas.openxmlformats.org/package/2006/relationships"><Relationship Type="http://schemas.openxmlformats.org/officeDocument/2006/relationships/slideLayout" Target="/ppt/slideLayouts/slideLayout6.xml" Id="R2c61d8ae32334086" /><Relationship Type="http://schemas.openxmlformats.org/officeDocument/2006/relationships/image" Target="/ppt/media/image.png" Id="Re1cf373badc54001" /><Relationship Type="http://schemas.openxmlformats.org/officeDocument/2006/relationships/notesSlide" Target="/ppt/notesSlides/notesSlide13.xml" Id="R564b35cd04034d7b"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b1025be9ac9441ab" /><Relationship Type="http://schemas.openxmlformats.org/officeDocument/2006/relationships/image" Target="/ppt/media/image.png" Id="R347ae2dd617f47ae" /><Relationship Type="http://schemas.openxmlformats.org/officeDocument/2006/relationships/notesSlide" Target="/ppt/notesSlides/notesSlide14.xml" Id="R9bc393c672f74bed" /></Relationships>
</file>

<file path=ppt/slides/_rels/slide15.xml.rels><?xml version='1.0' encoding='utf-8'?>
<Relationships xmlns="http://schemas.openxmlformats.org/package/2006/relationships"><Relationship Type="http://schemas.openxmlformats.org/officeDocument/2006/relationships/slideLayout" Target="/ppt/slideLayouts/slideLayout6.xml" Id="R8b4b3c9c38644153" /><Relationship Type="http://schemas.openxmlformats.org/officeDocument/2006/relationships/image" Target="/ppt/media/image.png" Id="Rfc062d51f24c4912" /><Relationship Type="http://schemas.openxmlformats.org/officeDocument/2006/relationships/notesSlide" Target="/ppt/notesSlides/notesSlide15.xml" Id="Rf2365664b0084adb" /></Relationships>
</file>

<file path=ppt/slides/_rels/slide16.xml.rels><?xml version='1.0' encoding='utf-8'?>
<Relationships xmlns="http://schemas.openxmlformats.org/package/2006/relationships"><Relationship Type="http://schemas.openxmlformats.org/officeDocument/2006/relationships/slideLayout" Target="/ppt/slideLayouts/slideLayout6.xml" Id="Re5ec25e376d54ad8" /><Relationship Type="http://schemas.openxmlformats.org/officeDocument/2006/relationships/image" Target="/ppt/media/image.png" Id="R263ba0572d744ee0" /><Relationship Type="http://schemas.openxmlformats.org/officeDocument/2006/relationships/notesSlide" Target="/ppt/notesSlides/notesSlide16.xml" Id="Rcb447181ce6a4551" /></Relationships>
</file>

<file path=ppt/slides/_rels/slide17.xml.rels><?xml version='1.0' encoding='utf-8'?>
<Relationships xmlns="http://schemas.openxmlformats.org/package/2006/relationships"><Relationship Type="http://schemas.openxmlformats.org/officeDocument/2006/relationships/slideLayout" Target="/ppt/slideLayouts/slideLayout6.xml" Id="R89a7645d3ac14348" /><Relationship Type="http://schemas.openxmlformats.org/officeDocument/2006/relationships/image" Target="/ppt/media/image.png" Id="R8bce81ab7ae44884" /><Relationship Type="http://schemas.openxmlformats.org/officeDocument/2006/relationships/notesSlide" Target="/ppt/notesSlides/notesSlide17.xml" Id="Rd5cd1b4a275f43e3" /></Relationships>
</file>

<file path=ppt/slides/_rels/slide18.xml.rels><?xml version='1.0' encoding='utf-8'?>
<Relationships xmlns="http://schemas.openxmlformats.org/package/2006/relationships"><Relationship Type="http://schemas.openxmlformats.org/officeDocument/2006/relationships/slideLayout" Target="/ppt/slideLayouts/slideLayout6.xml" Id="Ra8e1d50a347a4748" /><Relationship Type="http://schemas.openxmlformats.org/officeDocument/2006/relationships/image" Target="/ppt/media/image.png" Id="Rc0c7207576224b0d" /><Relationship Type="http://schemas.openxmlformats.org/officeDocument/2006/relationships/image" Target="/ppt/media/image.jpeg" Id="Rac89fcaa8ac743e8" /><Relationship Type="http://schemas.openxmlformats.org/officeDocument/2006/relationships/notesSlide" Target="/ppt/notesSlides/notesSlide18.xml" Id="R1f3bc35ecd6a43c0" /></Relationships>
</file>

<file path=ppt/slides/_rels/slide19.xml.rels><?xml version='1.0' encoding='utf-8'?>
<Relationships xmlns="http://schemas.openxmlformats.org/package/2006/relationships"><Relationship Type="http://schemas.openxmlformats.org/officeDocument/2006/relationships/slideLayout" Target="/ppt/slideLayouts/slideLayout6.xml" Id="R5f867dec89b94764" /><Relationship Type="http://schemas.openxmlformats.org/officeDocument/2006/relationships/image" Target="/ppt/media/image.png" Id="Rc5f62b8b730a403c" /><Relationship Type="http://schemas.openxmlformats.org/officeDocument/2006/relationships/notesSlide" Target="/ppt/notesSlides/notesSlide19.xml" Id="Re2973f4d90f3486e" /></Relationships>
</file>

<file path=ppt/slides/_rels/slide20.xml.rels><?xml version='1.0' encoding='utf-8'?>
<Relationships xmlns="http://schemas.openxmlformats.org/package/2006/relationships"><Relationship Type="http://schemas.openxmlformats.org/officeDocument/2006/relationships/slideLayout" Target="/ppt/slideLayouts/slideLayout6.xml" Id="R1a11ddd07f044e08" /><Relationship Type="http://schemas.openxmlformats.org/officeDocument/2006/relationships/image" Target="/ppt/media/image.png" Id="R1ebd8c8d99a544ac" /><Relationship Type="http://schemas.openxmlformats.org/officeDocument/2006/relationships/notesSlide" Target="/ppt/notesSlides/notesSlide20.xml" Id="R61dc98eee6ba445c" /></Relationships>
</file>

<file path=ppt/slides/_rels/slide21.xml.rels><?xml version='1.0' encoding='utf-8'?>
<Relationships xmlns="http://schemas.openxmlformats.org/package/2006/relationships"><Relationship Type="http://schemas.openxmlformats.org/officeDocument/2006/relationships/slideLayout" Target="/ppt/slideLayouts/slideLayout6.xml" Id="R555a3f68ea484a05" /><Relationship Type="http://schemas.openxmlformats.org/officeDocument/2006/relationships/image" Target="/ppt/media/image.png" Id="Rf6ad75c610a74694" /><Relationship Type="http://schemas.openxmlformats.org/officeDocument/2006/relationships/notesSlide" Target="/ppt/notesSlides/notesSlide21.xml" Id="Radd56d81ac7f403a" /></Relationships>
</file>

<file path=ppt/slides/_rels/slide22.xml.rels><?xml version='1.0' encoding='utf-8'?>
<Relationships xmlns="http://schemas.openxmlformats.org/package/2006/relationships"><Relationship Type="http://schemas.openxmlformats.org/officeDocument/2006/relationships/slideLayout" Target="/ppt/slideLayouts/slideLayout6.xml" Id="R4b1e93869cfd44ab" /><Relationship Type="http://schemas.openxmlformats.org/officeDocument/2006/relationships/image" Target="/ppt/media/image.png" Id="Rfabe9510f8194cce" /><Relationship Type="http://schemas.openxmlformats.org/officeDocument/2006/relationships/notesSlide" Target="/ppt/notesSlides/notesSlide22.xml" Id="R0080c49dc37849dc" /></Relationships>
</file>

<file path=ppt/slides/_rels/slide23.xml.rels><?xml version='1.0' encoding='utf-8'?>
<Relationships xmlns="http://schemas.openxmlformats.org/package/2006/relationships"><Relationship Type="http://schemas.openxmlformats.org/officeDocument/2006/relationships/slideLayout" Target="/ppt/slideLayouts/slideLayout6.xml" Id="R5202ffb495414662" /><Relationship Type="http://schemas.openxmlformats.org/officeDocument/2006/relationships/image" Target="/ppt/media/image.png" Id="Rde7d0ab8a65247ab" /><Relationship Type="http://schemas.openxmlformats.org/officeDocument/2006/relationships/notesSlide" Target="/ppt/notesSlides/notesSlide23.xml" Id="R3c4ff60b0af64c3d" /></Relationships>
</file>

<file path=ppt/slides/_rels/slide24.xml.rels><?xml version='1.0' encoding='utf-8'?>
<Relationships xmlns="http://schemas.openxmlformats.org/package/2006/relationships"><Relationship Type="http://schemas.openxmlformats.org/officeDocument/2006/relationships/slideLayout" Target="/ppt/slideLayouts/slideLayout6.xml" Id="R1d543147e7074542" /><Relationship Type="http://schemas.openxmlformats.org/officeDocument/2006/relationships/image" Target="/ppt/media/image.png" Id="Reedd9d6d44014cc5" /><Relationship Type="http://schemas.openxmlformats.org/officeDocument/2006/relationships/notesSlide" Target="/ppt/notesSlides/notesSlide24.xml" Id="R061037619aa844cb" /></Relationships>
</file>

<file path=ppt/slides/_rels/slide25.xml.rels><?xml version='1.0' encoding='utf-8'?>
<Relationships xmlns="http://schemas.openxmlformats.org/package/2006/relationships"><Relationship Type="http://schemas.openxmlformats.org/officeDocument/2006/relationships/slideLayout" Target="/ppt/slideLayouts/slideLayout6.xml" Id="Rc20b08ea5da64623" /><Relationship Type="http://schemas.openxmlformats.org/officeDocument/2006/relationships/image" Target="/ppt/media/image.png" Id="Rb0c18b6cf05e4875" /><Relationship Type="http://schemas.openxmlformats.org/officeDocument/2006/relationships/notesSlide" Target="/ppt/notesSlides/notesSlide25.xml" Id="R2070e4764a9d4ef8" /></Relationships>
</file>

<file path=ppt/slides/_rels/slide26.xml.rels><?xml version='1.0' encoding='utf-8'?>
<Relationships xmlns="http://schemas.openxmlformats.org/package/2006/relationships"><Relationship Type="http://schemas.openxmlformats.org/officeDocument/2006/relationships/slideLayout" Target="/ppt/slideLayouts/slideLayout6.xml" Id="Rab999cee268f4491" /><Relationship Type="http://schemas.openxmlformats.org/officeDocument/2006/relationships/image" Target="/ppt/media/image.png" Id="R5d9bbde51e8c462b" /><Relationship Type="http://schemas.openxmlformats.org/officeDocument/2006/relationships/notesSlide" Target="/ppt/notesSlides/notesSlide26.xml" Id="R10741d883ac841a3" /></Relationships>
</file>

<file path=ppt/slides/_rels/slide27.xml.rels><?xml version='1.0' encoding='utf-8'?>
<Relationships xmlns="http://schemas.openxmlformats.org/package/2006/relationships"><Relationship Type="http://schemas.openxmlformats.org/officeDocument/2006/relationships/slideLayout" Target="/ppt/slideLayouts/slideLayout6.xml" Id="Rc8c676096c96451a" /><Relationship Type="http://schemas.openxmlformats.org/officeDocument/2006/relationships/image" Target="/ppt/media/image.png" Id="R00a2f872822d4f96" /><Relationship Type="http://schemas.openxmlformats.org/officeDocument/2006/relationships/notesSlide" Target="/ppt/notesSlides/notesSlide27.xml" Id="Raf351ead618c4c3d" /></Relationships>
</file>

<file path=ppt/slides/_rels/slide28.xml.rels><?xml version='1.0' encoding='utf-8'?>
<Relationships xmlns="http://schemas.openxmlformats.org/package/2006/relationships"><Relationship Type="http://schemas.openxmlformats.org/officeDocument/2006/relationships/slideLayout" Target="/ppt/slideLayouts/slideLayout6.xml" Id="R94fbf7de000747e5" /><Relationship Type="http://schemas.openxmlformats.org/officeDocument/2006/relationships/image" Target="/ppt/media/image.png" Id="R6c0c866480b54c1e" /><Relationship Type="http://schemas.openxmlformats.org/officeDocument/2006/relationships/notesSlide" Target="/ppt/notesSlides/notesSlide28.xml" Id="R05c64bce045245de" /></Relationships>
</file>

<file path=ppt/slides/_rels/slide29.xml.rels><?xml version='1.0' encoding='utf-8'?>
<Relationships xmlns="http://schemas.openxmlformats.org/package/2006/relationships"><Relationship Type="http://schemas.openxmlformats.org/officeDocument/2006/relationships/slideLayout" Target="/ppt/slideLayouts/slideLayout6.xml" Id="R136d19ac0e1c4864" /><Relationship Type="http://schemas.openxmlformats.org/officeDocument/2006/relationships/image" Target="/ppt/media/image.png" Id="R23d614c9c8204b7f" /><Relationship Type="http://schemas.openxmlformats.org/officeDocument/2006/relationships/notesSlide" Target="/ppt/notesSlides/notesSlide29.xml" Id="R4b643cda3f874e78" /></Relationships>
</file>

<file path=ppt/slides/_rels/slide30.xml.rels><?xml version='1.0' encoding='utf-8'?>
<Relationships xmlns="http://schemas.openxmlformats.org/package/2006/relationships"><Relationship Type="http://schemas.openxmlformats.org/officeDocument/2006/relationships/slideLayout" Target="/ppt/slideLayouts/slideLayout6.xml" Id="R5584f70faaae4e54" /><Relationship Type="http://schemas.openxmlformats.org/officeDocument/2006/relationships/image" Target="/ppt/media/image.png" Id="Rf3c9b581bcf645b0" /><Relationship Type="http://schemas.openxmlformats.org/officeDocument/2006/relationships/notesSlide" Target="/ppt/notesSlides/notesSlide30.xml" Id="R3bfe3ad1d12a434e" /></Relationships>
</file>

<file path=ppt/slides/_rels/slide31.xml.rels><?xml version='1.0' encoding='utf-8'?>
<Relationships xmlns="http://schemas.openxmlformats.org/package/2006/relationships"><Relationship Type="http://schemas.openxmlformats.org/officeDocument/2006/relationships/slideLayout" Target="/ppt/slideLayouts/slideLayout6.xml" Id="R3e4c9bfed9b84f86" /><Relationship Type="http://schemas.openxmlformats.org/officeDocument/2006/relationships/image" Target="/ppt/media/image.png" Id="R4cba557a2c1e4779" /><Relationship Type="http://schemas.openxmlformats.org/officeDocument/2006/relationships/notesSlide" Target="/ppt/notesSlides/notesSlide31.xml" Id="R6f6d40871d194d9e" /></Relationships>
</file>

<file path=ppt/slides/_rels/slide32.xml.rels><?xml version='1.0' encoding='utf-8'?>
<Relationships xmlns="http://schemas.openxmlformats.org/package/2006/relationships"><Relationship Type="http://schemas.openxmlformats.org/officeDocument/2006/relationships/slideLayout" Target="/ppt/slideLayouts/slideLayout6.xml" Id="R0bacb13b4d1043df" /><Relationship Type="http://schemas.openxmlformats.org/officeDocument/2006/relationships/image" Target="/ppt/media/image.png" Id="Rbddaefcf96aa4490" /><Relationship Type="http://schemas.openxmlformats.org/officeDocument/2006/relationships/notesSlide" Target="/ppt/notesSlides/notesSlide32.xml" Id="Reb18060afc8c41c1" /></Relationships>
</file>

<file path=ppt/slides/_rels/slide33.xml.rels><?xml version='1.0' encoding='utf-8'?>
<Relationships xmlns="http://schemas.openxmlformats.org/package/2006/relationships"><Relationship Type="http://schemas.openxmlformats.org/officeDocument/2006/relationships/slideLayout" Target="/ppt/slideLayouts/slideLayout6.xml" Id="R5bb99be743784f47" /><Relationship Type="http://schemas.openxmlformats.org/officeDocument/2006/relationships/image" Target="/ppt/media/image.png" Id="R452bb990eca44ef0" /><Relationship Type="http://schemas.openxmlformats.org/officeDocument/2006/relationships/notesSlide" Target="/ppt/notesSlides/notesSlide33.xml" Id="R087f043c00924d26" /></Relationships>
</file>

<file path=ppt/slides/_rels/slide34.xml.rels><?xml version='1.0' encoding='utf-8'?>
<Relationships xmlns="http://schemas.openxmlformats.org/package/2006/relationships"><Relationship Type="http://schemas.openxmlformats.org/officeDocument/2006/relationships/slideLayout" Target="/ppt/slideLayouts/slideLayout6.xml" Id="R9da63febad3e4f09" /><Relationship Type="http://schemas.openxmlformats.org/officeDocument/2006/relationships/image" Target="/ppt/media/image.png" Id="Rab54a0a0a236456f" /><Relationship Type="http://schemas.openxmlformats.org/officeDocument/2006/relationships/notesSlide" Target="/ppt/notesSlides/notesSlide34.xml" Id="Rde903e947bea4e99" /></Relationships>
</file>

<file path=ppt/slides/_rels/slide35.xml.rels><?xml version='1.0' encoding='utf-8'?>
<Relationships xmlns="http://schemas.openxmlformats.org/package/2006/relationships"><Relationship Type="http://schemas.openxmlformats.org/officeDocument/2006/relationships/slideLayout" Target="/ppt/slideLayouts/slideLayout6.xml" Id="R95170e22396c45e9" /><Relationship Type="http://schemas.openxmlformats.org/officeDocument/2006/relationships/image" Target="/ppt/media/image.png" Id="R6472d04a6dc540ae" /><Relationship Type="http://schemas.openxmlformats.org/officeDocument/2006/relationships/notesSlide" Target="/ppt/notesSlides/notesSlide35.xml" Id="Rbdf5aa0f500243f4" /></Relationships>
</file>

<file path=ppt/slides/_rels/slide36.xml.rels><?xml version='1.0' encoding='utf-8'?>
<Relationships xmlns="http://schemas.openxmlformats.org/package/2006/relationships"><Relationship Type="http://schemas.openxmlformats.org/officeDocument/2006/relationships/slideLayout" Target="/ppt/slideLayouts/slideLayout6.xml" Id="Rb5eeca26a9e44559" /><Relationship Type="http://schemas.openxmlformats.org/officeDocument/2006/relationships/image" Target="/ppt/media/image.png" Id="R63de9bba7d114016" /><Relationship Type="http://schemas.openxmlformats.org/officeDocument/2006/relationships/notesSlide" Target="/ppt/notesSlides/notesSlide36.xml" Id="R329dd6c8ee9c40e0" /></Relationships>
</file>

<file path=ppt/slides/_rels/slide37.xml.rels><?xml version='1.0' encoding='utf-8'?>
<Relationships xmlns="http://schemas.openxmlformats.org/package/2006/relationships"><Relationship Type="http://schemas.openxmlformats.org/officeDocument/2006/relationships/slideLayout" Target="/ppt/slideLayouts/slideLayout6.xml" Id="Rffd1df9d0b4f4f56" /><Relationship Type="http://schemas.openxmlformats.org/officeDocument/2006/relationships/image" Target="/ppt/media/image.png" Id="R8b7dea6127944b3b" /><Relationship Type="http://schemas.openxmlformats.org/officeDocument/2006/relationships/image" Target="/ppt/media/image2.jpeg" Id="R4ee1fbb14011489f" /><Relationship Type="http://schemas.openxmlformats.org/officeDocument/2006/relationships/notesSlide" Target="/ppt/notesSlides/notesSlide37.xml" Id="Rc323fd5f020e4d15" /></Relationships>
</file>

<file path=ppt/slides/_rels/slide38.xml.rels><?xml version='1.0' encoding='utf-8'?>
<Relationships xmlns="http://schemas.openxmlformats.org/package/2006/relationships"><Relationship Type="http://schemas.openxmlformats.org/officeDocument/2006/relationships/slideLayout" Target="/ppt/slideLayouts/slideLayout6.xml" Id="R3305413ef7e7495f" /><Relationship Type="http://schemas.openxmlformats.org/officeDocument/2006/relationships/image" Target="/ppt/media/image.png" Id="R7c71dc116adf49a1" /><Relationship Type="http://schemas.openxmlformats.org/officeDocument/2006/relationships/image" Target="/ppt/media/image3.jpeg" Id="R2d1f2282bc0346f2" /><Relationship Type="http://schemas.openxmlformats.org/officeDocument/2006/relationships/notesSlide" Target="/ppt/notesSlides/notesSlide38.xml" Id="Rf5f9a06104184491" /></Relationships>
</file>

<file path=ppt/slides/_rels/slide39.xml.rels><?xml version='1.0' encoding='utf-8'?>
<Relationships xmlns="http://schemas.openxmlformats.org/package/2006/relationships"><Relationship Type="http://schemas.openxmlformats.org/officeDocument/2006/relationships/slideLayout" Target="/ppt/slideLayouts/slideLayout6.xml" Id="R32b891cd00f34511" /><Relationship Type="http://schemas.openxmlformats.org/officeDocument/2006/relationships/image" Target="/ppt/media/image.png" Id="Ra9931fd628724bd4" /><Relationship Type="http://schemas.openxmlformats.org/officeDocument/2006/relationships/image" Target="/ppt/media/image4.jpeg" Id="R4784c40e3beb4b6a" /><Relationship Type="http://schemas.openxmlformats.org/officeDocument/2006/relationships/notesSlide" Target="/ppt/notesSlides/notesSlide39.xml" Id="R300b7972e569457a" /></Relationships>
</file>

<file path=ppt/slides/_rels/slide40.xml.rels><?xml version='1.0' encoding='utf-8'?>
<Relationships xmlns="http://schemas.openxmlformats.org/package/2006/relationships"><Relationship Type="http://schemas.openxmlformats.org/officeDocument/2006/relationships/slideLayout" Target="/ppt/slideLayouts/slideLayout6.xml" Id="R1a2f989b25b0469a" /><Relationship Type="http://schemas.openxmlformats.org/officeDocument/2006/relationships/image" Target="/ppt/media/image.png" Id="Rfac4aedbf0d744c3" /><Relationship Type="http://schemas.openxmlformats.org/officeDocument/2006/relationships/image" Target="/ppt/media/image5.jpeg" Id="R890a8b788670426c" /><Relationship Type="http://schemas.openxmlformats.org/officeDocument/2006/relationships/notesSlide" Target="/ppt/notesSlides/notesSlide40.xml" Id="R824e4011abdd46c8" /></Relationships>
</file>

<file path=ppt/slides/_rels/slide41.xml.rels><?xml version='1.0' encoding='utf-8'?>
<Relationships xmlns="http://schemas.openxmlformats.org/package/2006/relationships"><Relationship Type="http://schemas.openxmlformats.org/officeDocument/2006/relationships/slideLayout" Target="/ppt/slideLayouts/slideLayout6.xml" Id="R9965a7ccdf9a4322" /><Relationship Type="http://schemas.openxmlformats.org/officeDocument/2006/relationships/image" Target="/ppt/media/image.png" Id="R20cef5dd1f1d4342" /><Relationship Type="http://schemas.openxmlformats.org/officeDocument/2006/relationships/image" Target="/ppt/media/image6.jpeg" Id="Rc5bfbe38310c4f4d" /><Relationship Type="http://schemas.openxmlformats.org/officeDocument/2006/relationships/image" Target="/ppt/media/image5.jpeg" Id="R081cb6f9e3e24bc2" /><Relationship Type="http://schemas.openxmlformats.org/officeDocument/2006/relationships/notesSlide" Target="/ppt/notesSlides/notesSlide41.xml" Id="Re3ea59e02eab4b76" /></Relationships>
</file>

<file path=ppt/slides/_rels/slide42.xml.rels><?xml version='1.0' encoding='utf-8'?>
<Relationships xmlns="http://schemas.openxmlformats.org/package/2006/relationships"><Relationship Type="http://schemas.openxmlformats.org/officeDocument/2006/relationships/slideLayout" Target="/ppt/slideLayouts/slideLayout6.xml" Id="Rd135aeb645604eab" /><Relationship Type="http://schemas.openxmlformats.org/officeDocument/2006/relationships/image" Target="/ppt/media/image.png" Id="Rff40113679d74799" /><Relationship Type="http://schemas.openxmlformats.org/officeDocument/2006/relationships/image" Target="/ppt/media/image8.jpeg" Id="Red0266f294984da2" /><Relationship Type="http://schemas.openxmlformats.org/officeDocument/2006/relationships/notesSlide" Target="/ppt/notesSlides/notesSlide42.xml" Id="Rd2c44f08ff0c4571" /></Relationships>
</file>

<file path=ppt/slides/_rels/slide43.xml.rels><?xml version='1.0' encoding='utf-8'?>
<Relationships xmlns="http://schemas.openxmlformats.org/package/2006/relationships"><Relationship Type="http://schemas.openxmlformats.org/officeDocument/2006/relationships/slideLayout" Target="/ppt/slideLayouts/slideLayout6.xml" Id="R3980c1a578bf45ba" /><Relationship Type="http://schemas.openxmlformats.org/officeDocument/2006/relationships/image" Target="/ppt/media/image.png" Id="R7aa9d391beee4296" /><Relationship Type="http://schemas.openxmlformats.org/officeDocument/2006/relationships/notesSlide" Target="/ppt/notesSlides/notesSlide43.xml" Id="Rd32e503cbfe04f08" /></Relationships>
</file>

<file path=ppt/slides/_rels/slide44.xml.rels><?xml version='1.0' encoding='utf-8'?>
<Relationships xmlns="http://schemas.openxmlformats.org/package/2006/relationships"><Relationship Type="http://schemas.openxmlformats.org/officeDocument/2006/relationships/slideLayout" Target="/ppt/slideLayouts/slideLayout6.xml" Id="R3af02b955d534994" /><Relationship Type="http://schemas.openxmlformats.org/officeDocument/2006/relationships/image" Target="/ppt/media/image.png" Id="R95c2c1f61469476f" /><Relationship Type="http://schemas.openxmlformats.org/officeDocument/2006/relationships/notesSlide" Target="/ppt/notesSlides/notesSlide44.xml" Id="R8c2febf38ead4a52" /></Relationships>
</file>

<file path=ppt/slides/_rels/slide45.xml.rels><?xml version='1.0' encoding='utf-8'?>
<Relationships xmlns="http://schemas.openxmlformats.org/package/2006/relationships"><Relationship Type="http://schemas.openxmlformats.org/officeDocument/2006/relationships/slideLayout" Target="/ppt/slideLayouts/slideLayout6.xml" Id="Rc92ed91bdf4d41bc" /><Relationship Type="http://schemas.openxmlformats.org/officeDocument/2006/relationships/image" Target="/ppt/media/image.png" Id="Rd0cac58fe260497a" /><Relationship Type="http://schemas.openxmlformats.org/officeDocument/2006/relationships/notesSlide" Target="/ppt/notesSlides/notesSlide45.xml" Id="Ra2f43d42f2bb40d8" /></Relationships>
</file>

<file path=ppt/slides/slide1.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049DFE3-782E-42E6-89A1-A1C151A59717}"/>
              </a:ext>
            </a:extLst>
          </p:cNvPr>
          <p:cNvPicPr>
            <a:picLocks xmlns:a="http://schemas.openxmlformats.org/drawingml/2006/main" noChangeAspect="1"/>
          </p:cNvPicPr>
          <p:nvPr/>
        </p:nvPicPr>
        <p:blipFill>
          <a:blip xmlns:r="http://schemas.openxmlformats.org/officeDocument/2006/relationships" xmlns:a="http://schemas.openxmlformats.org/drawingml/2006/main" r:embed="R7ad8fae9652e4c3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BFE3C68-4651-4EBC-AEB4-D4F487874E53}"/>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3" name="">
            <a:extLst xmlns:a="http://schemas.openxmlformats.org/drawingml/2006/main">
              <a:ext uri="{FF2B5EF4-FFF2-40B4-BE49-F238E27FC236}">
                <a16:creationId xmlns:a16="http://schemas.microsoft.com/office/drawing/2014/main" id="{DA9BE369-10AF-4909-898E-E15DCBFECC16}"/>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 / 45</a:t>
            </a:r>
          </a:p>
        </p:txBody>
      </p:sp>
      <p:sp>
        <p:nvSpPr>
          <p:cNvPr id="4" name="">
            <a:extLst xmlns:a="http://schemas.openxmlformats.org/drawingml/2006/main">
              <a:ext uri="{FF2B5EF4-FFF2-40B4-BE49-F238E27FC236}">
                <a16:creationId xmlns:a16="http://schemas.microsoft.com/office/drawing/2014/main" id="{B7BC551F-3980-4181-9456-4025EC4F6A70}"/>
              </a:ext>
            </a:extLst>
          </p:cNvPr>
          <p:cNvSpPr>
            <a:spLocks xmlns:a="http://schemas.openxmlformats.org/drawingml/2006/main" noGrp="1"/>
          </p:cNvSpPr>
          <p:nvPr/>
        </p:nvSpPr>
        <p:spPr>
          <a:xfrm xmlns:a="http://schemas.openxmlformats.org/drawingml/2006/main">
            <a:off x="723900" y="1905000"/>
            <a:ext cx="952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200" b="1">
                <a:solidFill>
                  <a:srgbClr val="F4F8FC"/>
                </a:solidFill>
                <a:latin typeface="Arial"/>
                <a:ea typeface="Arial"/>
                <a:cs typeface="Arial"/>
              </a:defRPr>
            </a:defPPr>
            <a:lvl1pPr algn="l">
              <a:defRPr sz="7200" b="1">
                <a:solidFill>
                  <a:srgbClr val="F4F8FC"/>
                </a:solidFill>
                <a:latin typeface="Arial"/>
                <a:ea typeface="Arial"/>
                <a:cs typeface="Arial"/>
              </a:defRPr>
            </a:lvl1pPr>
            <a:lvl2pPr algn="l">
              <a:defRPr sz="7200" b="1">
                <a:solidFill>
                  <a:srgbClr val="F4F8FC"/>
                </a:solidFill>
                <a:latin typeface="Arial"/>
                <a:ea typeface="Arial"/>
                <a:cs typeface="Arial"/>
              </a:defRPr>
            </a:lvl2pPr>
            <a:lvl3pPr algn="l">
              <a:defRPr sz="7200" b="1">
                <a:solidFill>
                  <a:srgbClr val="F4F8FC"/>
                </a:solidFill>
                <a:latin typeface="Arial"/>
                <a:ea typeface="Arial"/>
                <a:cs typeface="Arial"/>
              </a:defRPr>
            </a:lvl3pPr>
            <a:lvl4pPr algn="l">
              <a:defRPr sz="7200" b="1">
                <a:solidFill>
                  <a:srgbClr val="F4F8FC"/>
                </a:solidFill>
                <a:latin typeface="Arial"/>
                <a:ea typeface="Arial"/>
                <a:cs typeface="Arial"/>
              </a:defRPr>
            </a:lvl4pPr>
            <a:lvl5pPr algn="l">
              <a:defRPr sz="7200" b="1">
                <a:solidFill>
                  <a:srgbClr val="F4F8FC"/>
                </a:solidFill>
                <a:latin typeface="Arial"/>
                <a:ea typeface="Arial"/>
                <a:cs typeface="Arial"/>
              </a:defRPr>
            </a:lvl5pPr>
            <a:lvl6pPr algn="l">
              <a:defRPr sz="7200" b="1">
                <a:solidFill>
                  <a:srgbClr val="F4F8FC"/>
                </a:solidFill>
                <a:latin typeface="Arial"/>
                <a:ea typeface="Arial"/>
                <a:cs typeface="Arial"/>
              </a:defRPr>
            </a:lvl6pPr>
            <a:lvl7pPr algn="l">
              <a:defRPr sz="7200" b="1">
                <a:solidFill>
                  <a:srgbClr val="F4F8FC"/>
                </a:solidFill>
                <a:latin typeface="Arial"/>
                <a:ea typeface="Arial"/>
                <a:cs typeface="Arial"/>
              </a:defRPr>
            </a:lvl7pPr>
            <a:lvl8pPr algn="l">
              <a:defRPr sz="7200" b="1">
                <a:solidFill>
                  <a:srgbClr val="F4F8FC"/>
                </a:solidFill>
                <a:latin typeface="Arial"/>
                <a:ea typeface="Arial"/>
                <a:cs typeface="Arial"/>
              </a:defRPr>
            </a:lvl8pPr>
            <a:lvl9pPr algn="l">
              <a:defRPr sz="7200" b="1">
                <a:solidFill>
                  <a:srgbClr val="F4F8FC"/>
                </a:solidFill>
                <a:latin typeface="Arial"/>
                <a:ea typeface="Arial"/>
                <a:cs typeface="Arial"/>
              </a:defRPr>
            </a:lvl9pPr>
          </a:lstStyle>
          <a:p xmlns:a="http://schemas.openxmlformats.org/drawingml/2006/main">
            <a:pPr algn="l">
              <a:defRPr sz="7200" b="1">
                <a:solidFill>
                  <a:srgbClr val="F4F8FC"/>
                </a:solidFill>
                <a:latin typeface="Arial"/>
                <a:ea typeface="Arial"/>
                <a:cs typeface="Arial"/>
              </a:defRPr>
            </a:pPr>
            <a:r>
              <a:rPr sz="7200" b="1">
                <a:solidFill>
                  <a:srgbClr val="F4F8FC"/>
                </a:solidFill>
                <a:latin typeface="Arial"/>
                <a:ea typeface="Arial"/>
                <a:cs typeface="Arial"/>
              </a:rPr>
              <a:t>Amazon S3</a:t>
            </a:r>
          </a:p>
        </p:txBody>
      </p:sp>
      <p:sp>
        <p:nvSpPr>
          <p:cNvPr id="5" name="">
            <a:extLst xmlns:a="http://schemas.openxmlformats.org/drawingml/2006/main">
              <a:ext uri="{FF2B5EF4-FFF2-40B4-BE49-F238E27FC236}">
                <a16:creationId xmlns:a16="http://schemas.microsoft.com/office/drawing/2014/main" id="{7E4BB6C8-3472-48A5-9531-8010B361FC6E}"/>
              </a:ext>
            </a:extLst>
          </p:cNvPr>
          <p:cNvSpPr>
            <a:spLocks xmlns:a="http://schemas.openxmlformats.org/drawingml/2006/main" noGrp="1"/>
          </p:cNvSpPr>
          <p:nvPr/>
        </p:nvSpPr>
        <p:spPr>
          <a:xfrm xmlns:a="http://schemas.openxmlformats.org/drawingml/2006/main">
            <a:off x="762000" y="3286125"/>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00C7E5"/>
                </a:solidFill>
                <a:latin typeface="Arial"/>
                <a:ea typeface="Arial"/>
                <a:cs typeface="Arial"/>
              </a:defRPr>
            </a:defPPr>
            <a:lvl1pPr algn="l">
              <a:defRPr sz="3225" b="1">
                <a:solidFill>
                  <a:srgbClr val="00C7E5"/>
                </a:solidFill>
                <a:latin typeface="Arial"/>
                <a:ea typeface="Arial"/>
                <a:cs typeface="Arial"/>
              </a:defRPr>
            </a:lvl1pPr>
            <a:lvl2pPr algn="l">
              <a:defRPr sz="3225" b="1">
                <a:solidFill>
                  <a:srgbClr val="00C7E5"/>
                </a:solidFill>
                <a:latin typeface="Arial"/>
                <a:ea typeface="Arial"/>
                <a:cs typeface="Arial"/>
              </a:defRPr>
            </a:lvl2pPr>
            <a:lvl3pPr algn="l">
              <a:defRPr sz="3225" b="1">
                <a:solidFill>
                  <a:srgbClr val="00C7E5"/>
                </a:solidFill>
                <a:latin typeface="Arial"/>
                <a:ea typeface="Arial"/>
                <a:cs typeface="Arial"/>
              </a:defRPr>
            </a:lvl3pPr>
            <a:lvl4pPr algn="l">
              <a:defRPr sz="3225" b="1">
                <a:solidFill>
                  <a:srgbClr val="00C7E5"/>
                </a:solidFill>
                <a:latin typeface="Arial"/>
                <a:ea typeface="Arial"/>
                <a:cs typeface="Arial"/>
              </a:defRPr>
            </a:lvl4pPr>
            <a:lvl5pPr algn="l">
              <a:defRPr sz="3225" b="1">
                <a:solidFill>
                  <a:srgbClr val="00C7E5"/>
                </a:solidFill>
                <a:latin typeface="Arial"/>
                <a:ea typeface="Arial"/>
                <a:cs typeface="Arial"/>
              </a:defRPr>
            </a:lvl5pPr>
            <a:lvl6pPr algn="l">
              <a:defRPr sz="3225" b="1">
                <a:solidFill>
                  <a:srgbClr val="00C7E5"/>
                </a:solidFill>
                <a:latin typeface="Arial"/>
                <a:ea typeface="Arial"/>
                <a:cs typeface="Arial"/>
              </a:defRPr>
            </a:lvl6pPr>
            <a:lvl7pPr algn="l">
              <a:defRPr sz="3225" b="1">
                <a:solidFill>
                  <a:srgbClr val="00C7E5"/>
                </a:solidFill>
                <a:latin typeface="Arial"/>
                <a:ea typeface="Arial"/>
                <a:cs typeface="Arial"/>
              </a:defRPr>
            </a:lvl7pPr>
            <a:lvl8pPr algn="l">
              <a:defRPr sz="3225" b="1">
                <a:solidFill>
                  <a:srgbClr val="00C7E5"/>
                </a:solidFill>
                <a:latin typeface="Arial"/>
                <a:ea typeface="Arial"/>
                <a:cs typeface="Arial"/>
              </a:defRPr>
            </a:lvl8pPr>
            <a:lvl9pPr algn="l">
              <a:defRPr sz="3225" b="1">
                <a:solidFill>
                  <a:srgbClr val="00C7E5"/>
                </a:solidFill>
                <a:latin typeface="Arial"/>
                <a:ea typeface="Arial"/>
                <a:cs typeface="Arial"/>
              </a:defRPr>
            </a:lvl9pPr>
          </a:lstStyle>
          <a:p xmlns:a="http://schemas.openxmlformats.org/drawingml/2006/main">
            <a:pPr algn="l">
              <a:defRPr sz="3225" b="1">
                <a:solidFill>
                  <a:srgbClr val="00C7E5"/>
                </a:solidFill>
                <a:latin typeface="Arial"/>
                <a:ea typeface="Arial"/>
                <a:cs typeface="Arial"/>
              </a:defRPr>
            </a:pPr>
            <a:r>
              <a:rPr sz="3225" b="1">
                <a:solidFill>
                  <a:srgbClr val="00C7E5"/>
                </a:solidFill>
                <a:latin typeface="Arial"/>
                <a:ea typeface="Arial"/>
                <a:cs typeface="Arial"/>
              </a:rPr>
              <a:t>Lưu trữ đối tượng trên AWS</a:t>
            </a:r>
          </a:p>
        </p:txBody>
      </p:sp>
      <p:sp>
        <p:nvSpPr>
          <p:cNvPr id="6" name="">
            <a:extLst xmlns:a="http://schemas.openxmlformats.org/drawingml/2006/main">
              <a:ext uri="{FF2B5EF4-FFF2-40B4-BE49-F238E27FC236}">
                <a16:creationId xmlns:a16="http://schemas.microsoft.com/office/drawing/2014/main" id="{EAFFD8ED-5474-4C91-A479-45B46DC0D6BE}"/>
              </a:ext>
            </a:extLst>
          </p:cNvPr>
          <p:cNvSpPr>
            <a:spLocks xmlns:a="http://schemas.openxmlformats.org/drawingml/2006/main" noGrp="1"/>
          </p:cNvSpPr>
          <p:nvPr/>
        </p:nvSpPr>
        <p:spPr>
          <a:xfrm xmlns:a="http://schemas.openxmlformats.org/drawingml/2006/main">
            <a:off x="762000" y="4124325"/>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Kho tài liệu nhóm: lưu, khôi phục, chia sẻ có hạn</a:t>
            </a:r>
          </a:p>
        </p:txBody>
      </p:sp>
      <p:sp>
        <p:nvSpPr>
          <p:cNvPr id="7" name="">
            <a:extLst xmlns:a="http://schemas.openxmlformats.org/drawingml/2006/main">
              <a:ext uri="{FF2B5EF4-FFF2-40B4-BE49-F238E27FC236}">
                <a16:creationId xmlns:a16="http://schemas.microsoft.com/office/drawing/2014/main" id="{A81CBC70-BA0B-44C6-B423-235E80302EDC}"/>
              </a:ext>
            </a:extLst>
          </p:cNvPr>
          <p:cNvSpPr>
            <a:spLocks xmlns:a="http://schemas.openxmlformats.org/drawingml/2006/main" noGrp="1"/>
          </p:cNvSpPr>
          <p:nvPr/>
        </p:nvSpPr>
        <p:spPr>
          <a:xfrm xmlns:a="http://schemas.openxmlformats.org/drawingml/2006/main">
            <a:off x="762000" y="55245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A8BFCE"/>
                </a:solidFill>
                <a:latin typeface="Arial"/>
                <a:ea typeface="Arial"/>
                <a:cs typeface="Arial"/>
              </a:defRPr>
            </a:defPPr>
            <a:lvl1pPr algn="l">
              <a:defRPr sz="1950" b="0">
                <a:solidFill>
                  <a:srgbClr val="A8BFCE"/>
                </a:solidFill>
                <a:latin typeface="Arial"/>
                <a:ea typeface="Arial"/>
                <a:cs typeface="Arial"/>
              </a:defRPr>
            </a:lvl1pPr>
            <a:lvl2pPr algn="l">
              <a:defRPr sz="1950" b="0">
                <a:solidFill>
                  <a:srgbClr val="A8BFCE"/>
                </a:solidFill>
                <a:latin typeface="Arial"/>
                <a:ea typeface="Arial"/>
                <a:cs typeface="Arial"/>
              </a:defRPr>
            </a:lvl2pPr>
            <a:lvl3pPr algn="l">
              <a:defRPr sz="1950" b="0">
                <a:solidFill>
                  <a:srgbClr val="A8BFCE"/>
                </a:solidFill>
                <a:latin typeface="Arial"/>
                <a:ea typeface="Arial"/>
                <a:cs typeface="Arial"/>
              </a:defRPr>
            </a:lvl3pPr>
            <a:lvl4pPr algn="l">
              <a:defRPr sz="1950" b="0">
                <a:solidFill>
                  <a:srgbClr val="A8BFCE"/>
                </a:solidFill>
                <a:latin typeface="Arial"/>
                <a:ea typeface="Arial"/>
                <a:cs typeface="Arial"/>
              </a:defRPr>
            </a:lvl4pPr>
            <a:lvl5pPr algn="l">
              <a:defRPr sz="1950" b="0">
                <a:solidFill>
                  <a:srgbClr val="A8BFCE"/>
                </a:solidFill>
                <a:latin typeface="Arial"/>
                <a:ea typeface="Arial"/>
                <a:cs typeface="Arial"/>
              </a:defRPr>
            </a:lvl5pPr>
            <a:lvl6pPr algn="l">
              <a:defRPr sz="1950" b="0">
                <a:solidFill>
                  <a:srgbClr val="A8BFCE"/>
                </a:solidFill>
                <a:latin typeface="Arial"/>
                <a:ea typeface="Arial"/>
                <a:cs typeface="Arial"/>
              </a:defRPr>
            </a:lvl6pPr>
            <a:lvl7pPr algn="l">
              <a:defRPr sz="1950" b="0">
                <a:solidFill>
                  <a:srgbClr val="A8BFCE"/>
                </a:solidFill>
                <a:latin typeface="Arial"/>
                <a:ea typeface="Arial"/>
                <a:cs typeface="Arial"/>
              </a:defRPr>
            </a:lvl7pPr>
            <a:lvl8pPr algn="l">
              <a:defRPr sz="1950" b="0">
                <a:solidFill>
                  <a:srgbClr val="A8BFCE"/>
                </a:solidFill>
                <a:latin typeface="Arial"/>
                <a:ea typeface="Arial"/>
                <a:cs typeface="Arial"/>
              </a:defRPr>
            </a:lvl8pPr>
            <a:lvl9pPr algn="l">
              <a:defRPr sz="1950" b="0">
                <a:solidFill>
                  <a:srgbClr val="A8BFCE"/>
                </a:solidFill>
                <a:latin typeface="Arial"/>
                <a:ea typeface="Arial"/>
                <a:cs typeface="Arial"/>
              </a:defRPr>
            </a:lvl9pPr>
          </a:lstStyle>
          <a:p xmlns:a="http://schemas.openxmlformats.org/drawingml/2006/main">
            <a:pPr algn="l">
              <a:defRPr sz="1950" b="0">
                <a:solidFill>
                  <a:srgbClr val="A8BFCE"/>
                </a:solidFill>
                <a:latin typeface="Arial"/>
                <a:ea typeface="Arial"/>
                <a:cs typeface="Arial"/>
              </a:defRPr>
            </a:pPr>
            <a:r>
              <a:rPr sz="1950" b="0">
                <a:solidFill>
                  <a:srgbClr val="A8BFCE"/>
                </a:solidFill>
                <a:latin typeface="Arial"/>
                <a:ea typeface="Arial"/>
                <a:cs typeface="Arial"/>
              </a:rPr>
              <a:t>Nhóm: [điền tên]   Lớp: [điền lớp]</a:t>
            </a:r>
          </a:p>
        </p:txBody>
      </p:sp>
    </p:spTree>
    <p:extLst>
      <p:ext uri="{BB962C8B-B14F-4D97-AF65-F5344CB8AC3E}">
        <p14:creationId xmlns:p14="http://schemas.microsoft.com/office/powerpoint/2010/main" val="144175083"/>
      </p:ext>
    </p:extLst>
  </p:cSld>
</p:sld>
</file>

<file path=ppt/slides/slide2.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EFB1606-1872-48C2-9C2B-E96F256D2F90}"/>
              </a:ext>
            </a:extLst>
          </p:cNvPr>
          <p:cNvPicPr>
            <a:picLocks xmlns:a="http://schemas.openxmlformats.org/drawingml/2006/main" noChangeAspect="1"/>
          </p:cNvPicPr>
          <p:nvPr/>
        </p:nvPicPr>
        <p:blipFill>
          <a:blip xmlns:r="http://schemas.openxmlformats.org/officeDocument/2006/relationships" xmlns:a="http://schemas.openxmlformats.org/drawingml/2006/main" r:embed="Rb7a3a5322b8d45f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CD2D490-E82B-4404-B654-68F6E21E89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4F3718F2-1339-465D-ADB3-94CBBC289C35}"/>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Một tệp nhóm, ba vấn đề</a:t>
            </a:r>
          </a:p>
        </p:txBody>
      </p:sp>
      <p:sp>
        <p:nvSpPr>
          <p:cNvPr id="4" name="">
            <a:extLst xmlns:a="http://schemas.openxmlformats.org/drawingml/2006/main">
              <a:ext uri="{FF2B5EF4-FFF2-40B4-BE49-F238E27FC236}">
                <a16:creationId xmlns:a16="http://schemas.microsoft.com/office/drawing/2014/main" id="{1E742360-5258-412F-9F32-DEFB43698212}"/>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Tình huống minh họa của nhóm</a:t>
            </a:r>
          </a:p>
        </p:txBody>
      </p:sp>
      <p:sp>
        <p:nvSpPr>
          <p:cNvPr id="5" name="">
            <a:extLst xmlns:a="http://schemas.openxmlformats.org/drawingml/2006/main">
              <a:ext uri="{FF2B5EF4-FFF2-40B4-BE49-F238E27FC236}">
                <a16:creationId xmlns:a16="http://schemas.microsoft.com/office/drawing/2014/main" id="{92D1F82A-17EC-4556-B32C-1304A1033992}"/>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 / 45</a:t>
            </a:r>
          </a:p>
        </p:txBody>
      </p:sp>
      <p:sp>
        <p:nvSpPr>
          <p:cNvPr id="6" name="">
            <a:extLst xmlns:a="http://schemas.openxmlformats.org/drawingml/2006/main">
              <a:ext uri="{FF2B5EF4-FFF2-40B4-BE49-F238E27FC236}">
                <a16:creationId xmlns:a16="http://schemas.microsoft.com/office/drawing/2014/main" id="{0843A0DE-4773-410A-9B7E-44420685E2F4}"/>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4D14C06-05CB-4455-92E0-2BAAB249AF19}"/>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Tệp nằm rải rác trên nhiều máy</a:t>
            </a:r>
          </a:p>
        </p:txBody>
      </p:sp>
      <p:sp>
        <p:nvSpPr>
          <p:cNvPr id="8" name="">
            <a:extLst xmlns:a="http://schemas.openxmlformats.org/drawingml/2006/main">
              <a:ext uri="{FF2B5EF4-FFF2-40B4-BE49-F238E27FC236}">
                <a16:creationId xmlns:a16="http://schemas.microsoft.com/office/drawing/2014/main" id="{34D42261-CFA6-499A-B86A-6CAE38B2679A}"/>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27F96B5-B81C-42F4-A274-D3511F57E48C}"/>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Nội dung cũ mất sau một lần sửa nhầm</a:t>
            </a:r>
          </a:p>
        </p:txBody>
      </p:sp>
      <p:sp>
        <p:nvSpPr>
          <p:cNvPr id="10" name="">
            <a:extLst xmlns:a="http://schemas.openxmlformats.org/drawingml/2006/main">
              <a:ext uri="{FF2B5EF4-FFF2-40B4-BE49-F238E27FC236}">
                <a16:creationId xmlns:a16="http://schemas.microsoft.com/office/drawing/2014/main" id="{2AA361C2-9CE9-4250-AA7E-FF1EF6FE5C56}"/>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24F352C-017C-4A79-8E9B-808C8B6AEF47}"/>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Link chia sẻ tồn tại lâu hơn nhu cầu</a:t>
            </a:r>
          </a:p>
        </p:txBody>
      </p:sp>
      <p:sp>
        <p:nvSpPr>
          <p:cNvPr id="12" name="">
            <a:extLst xmlns:a="http://schemas.openxmlformats.org/drawingml/2006/main">
              <a:ext uri="{FF2B5EF4-FFF2-40B4-BE49-F238E27FC236}">
                <a16:creationId xmlns:a16="http://schemas.microsoft.com/office/drawing/2014/main" id="{8246A056-40CD-469B-AC00-960697050793}"/>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65EBC5D3-23D5-4349-A7EF-9FEFECCDC207}"/>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Cần nơi lưu chung và quyền truy cập rõ ràng</a:t>
            </a:r>
          </a:p>
        </p:txBody>
      </p:sp>
    </p:spTree>
    <p:extLst>
      <p:ext uri="{BB962C8B-B14F-4D97-AF65-F5344CB8AC3E}">
        <p14:creationId xmlns:p14="http://schemas.microsoft.com/office/powerpoint/2010/main" val="419639809"/>
      </p:ext>
    </p:extLst>
  </p:cSld>
</p:sld>
</file>

<file path=ppt/slides/slide3.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83F402A-6C86-4E8D-93F5-1D53400B0355}"/>
              </a:ext>
            </a:extLst>
          </p:cNvPr>
          <p:cNvPicPr>
            <a:picLocks xmlns:a="http://schemas.openxmlformats.org/drawingml/2006/main" noChangeAspect="1"/>
          </p:cNvPicPr>
          <p:nvPr/>
        </p:nvPicPr>
        <p:blipFill>
          <a:blip xmlns:r="http://schemas.openxmlformats.org/officeDocument/2006/relationships" xmlns:a="http://schemas.openxmlformats.org/drawingml/2006/main" r:embed="R5cab55bb403f425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D558C6B-A8FC-4D72-ADB8-3E5FD470C0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6D7433EE-DC5B-43CB-81F0-4DA9C8C89348}"/>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Lộ trình trình bày</a:t>
            </a:r>
          </a:p>
        </p:txBody>
      </p:sp>
      <p:sp>
        <p:nvSpPr>
          <p:cNvPr id="4" name="">
            <a:extLst xmlns:a="http://schemas.openxmlformats.org/drawingml/2006/main">
              <a:ext uri="{FF2B5EF4-FFF2-40B4-BE49-F238E27FC236}">
                <a16:creationId xmlns:a16="http://schemas.microsoft.com/office/drawing/2014/main" id="{5179ECEA-0227-4AC1-8BAF-780458D7C32A}"/>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Cấu trúc bài trình bày của nhóm</a:t>
            </a:r>
          </a:p>
        </p:txBody>
      </p:sp>
      <p:sp>
        <p:nvSpPr>
          <p:cNvPr id="5" name="">
            <a:extLst xmlns:a="http://schemas.openxmlformats.org/drawingml/2006/main">
              <a:ext uri="{FF2B5EF4-FFF2-40B4-BE49-F238E27FC236}">
                <a16:creationId xmlns:a16="http://schemas.microsoft.com/office/drawing/2014/main" id="{3D1AED41-9C3D-409A-A228-788B108B36D0}"/>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 / 45</a:t>
            </a:r>
          </a:p>
        </p:txBody>
      </p:sp>
      <p:sp>
        <p:nvSpPr>
          <p:cNvPr id="6" name="">
            <a:extLst xmlns:a="http://schemas.openxmlformats.org/drawingml/2006/main">
              <a:ext uri="{FF2B5EF4-FFF2-40B4-BE49-F238E27FC236}">
                <a16:creationId xmlns:a16="http://schemas.microsoft.com/office/drawing/2014/main" id="{1D4BE899-F955-498F-A9AE-E1C5824453E0}"/>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C7B4EE6-EBCB-4015-8B03-9B4BA30B21D5}"/>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Bối cảnh và mô hình lưu trữ đối tượng</a:t>
            </a:r>
          </a:p>
        </p:txBody>
      </p:sp>
      <p:sp>
        <p:nvSpPr>
          <p:cNvPr id="8" name="">
            <a:extLst xmlns:a="http://schemas.openxmlformats.org/drawingml/2006/main">
              <a:ext uri="{FF2B5EF4-FFF2-40B4-BE49-F238E27FC236}">
                <a16:creationId xmlns:a16="http://schemas.microsoft.com/office/drawing/2014/main" id="{39E8C425-3EFD-465C-943E-51AA34292656}"/>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FDAF168-5834-490E-B166-1FA3B5BF6E1B}"/>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Bảo mật và bảo vệ dữ liệu</a:t>
            </a:r>
          </a:p>
        </p:txBody>
      </p:sp>
      <p:sp>
        <p:nvSpPr>
          <p:cNvPr id="10" name="">
            <a:extLst xmlns:a="http://schemas.openxmlformats.org/drawingml/2006/main">
              <a:ext uri="{FF2B5EF4-FFF2-40B4-BE49-F238E27FC236}">
                <a16:creationId xmlns:a16="http://schemas.microsoft.com/office/drawing/2014/main" id="{AA467146-4F33-44D6-9640-6D3B0F7217EB}"/>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AB52EA3-F71D-4DF4-88A4-737F663D46AC}"/>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Quản lý dữ liệu, hiệu năng và chi phí</a:t>
            </a:r>
          </a:p>
        </p:txBody>
      </p:sp>
      <p:sp>
        <p:nvSpPr>
          <p:cNvPr id="12" name="">
            <a:extLst xmlns:a="http://schemas.openxmlformats.org/drawingml/2006/main">
              <a:ext uri="{FF2B5EF4-FFF2-40B4-BE49-F238E27FC236}">
                <a16:creationId xmlns:a16="http://schemas.microsoft.com/office/drawing/2014/main" id="{E621AF0B-EB29-4008-866A-587D7881B151}"/>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9F7A2504-9C51-480B-85AF-BE92E251AEC6}"/>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Ba chức năng demo trực tiếp trên AWS Console</a:t>
            </a:r>
          </a:p>
        </p:txBody>
      </p:sp>
    </p:spTree>
    <p:extLst>
      <p:ext uri="{BB962C8B-B14F-4D97-AF65-F5344CB8AC3E}">
        <p14:creationId xmlns:p14="http://schemas.microsoft.com/office/powerpoint/2010/main" val="2085396698"/>
      </p:ext>
    </p:extLst>
  </p:cSld>
</p:sld>
</file>

<file path=ppt/slides/slide4.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8D59FED-FE4E-4BD5-962C-8ED59AA5CCFA}"/>
              </a:ext>
            </a:extLst>
          </p:cNvPr>
          <p:cNvPicPr>
            <a:picLocks xmlns:a="http://schemas.openxmlformats.org/drawingml/2006/main" noChangeAspect="1"/>
          </p:cNvPicPr>
          <p:nvPr/>
        </p:nvPicPr>
        <p:blipFill>
          <a:blip xmlns:r="http://schemas.openxmlformats.org/officeDocument/2006/relationships" xmlns:a="http://schemas.openxmlformats.org/drawingml/2006/main" r:embed="R8cd5751ba8214cd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5788158-E714-4841-B7E9-69BCF2A0F8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308C450F-97B9-4A7E-A0AA-20BDF5224187}"/>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Bối cảnh trước lưu trữ đám mây</a:t>
            </a:r>
          </a:p>
        </p:txBody>
      </p:sp>
      <p:sp>
        <p:nvSpPr>
          <p:cNvPr id="4" name="">
            <a:extLst xmlns:a="http://schemas.openxmlformats.org/drawingml/2006/main">
              <a:ext uri="{FF2B5EF4-FFF2-40B4-BE49-F238E27FC236}">
                <a16:creationId xmlns:a16="http://schemas.microsoft.com/office/drawing/2014/main" id="{B48394E5-53A9-4D64-8593-A0E1B70E4142}"/>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9995383B-CBF7-44E8-8EF9-693A341D38B6}"/>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4 / 45</a:t>
            </a:r>
          </a:p>
        </p:txBody>
      </p:sp>
      <p:sp>
        <p:nvSpPr>
          <p:cNvPr id="6" name="">
            <a:extLst xmlns:a="http://schemas.openxmlformats.org/drawingml/2006/main">
              <a:ext uri="{FF2B5EF4-FFF2-40B4-BE49-F238E27FC236}">
                <a16:creationId xmlns:a16="http://schemas.microsoft.com/office/drawing/2014/main" id="{3FA289B7-8EDC-41B1-B113-ADB6CB3CE590}"/>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602DDA9-0E31-414A-B26F-01A03616E6AB}"/>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Tự chuẩn bị máy chủ, ổ đĩa và mạng</a:t>
            </a:r>
          </a:p>
        </p:txBody>
      </p:sp>
      <p:sp>
        <p:nvSpPr>
          <p:cNvPr id="8" name="">
            <a:extLst xmlns:a="http://schemas.openxmlformats.org/drawingml/2006/main">
              <a:ext uri="{FF2B5EF4-FFF2-40B4-BE49-F238E27FC236}">
                <a16:creationId xmlns:a16="http://schemas.microsoft.com/office/drawing/2014/main" id="{9539CEB9-7238-4C81-87BF-3614A189D6F6}"/>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81BB771-7FFB-476E-9B23-F37764983883}"/>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Ước lượng dung lượng trước khi dùng</a:t>
            </a:r>
          </a:p>
        </p:txBody>
      </p:sp>
      <p:sp>
        <p:nvSpPr>
          <p:cNvPr id="10" name="">
            <a:extLst xmlns:a="http://schemas.openxmlformats.org/drawingml/2006/main">
              <a:ext uri="{FF2B5EF4-FFF2-40B4-BE49-F238E27FC236}">
                <a16:creationId xmlns:a16="http://schemas.microsoft.com/office/drawing/2014/main" id="{48A7F2AC-153B-4CCA-B760-BF0DEBE5A615}"/>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C971359-877A-4332-BAEB-83B164FB42BC}"/>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Tự theo dõi hỏng hóc, sao lưu và mở rộng</a:t>
            </a:r>
          </a:p>
        </p:txBody>
      </p:sp>
      <p:sp>
        <p:nvSpPr>
          <p:cNvPr id="12" name="">
            <a:extLst xmlns:a="http://schemas.openxmlformats.org/drawingml/2006/main">
              <a:ext uri="{FF2B5EF4-FFF2-40B4-BE49-F238E27FC236}">
                <a16:creationId xmlns:a16="http://schemas.microsoft.com/office/drawing/2014/main" id="{81630B55-8893-477C-BE4D-6D6BF4393AD2}"/>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EC28CA46-A61E-4C5E-B1CA-135AA71EEE40}"/>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Dữ liệu tăng kéo theo công việc vận hành</a:t>
            </a:r>
          </a:p>
        </p:txBody>
      </p:sp>
    </p:spTree>
    <p:extLst>
      <p:ext uri="{BB962C8B-B14F-4D97-AF65-F5344CB8AC3E}">
        <p14:creationId xmlns:p14="http://schemas.microsoft.com/office/powerpoint/2010/main" val="1412698466"/>
      </p:ext>
    </p:extLst>
  </p:cSld>
</p:sld>
</file>

<file path=ppt/slides/slide5.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55F7484-FA56-4435-ACBF-0A22B0266DC7}"/>
              </a:ext>
            </a:extLst>
          </p:cNvPr>
          <p:cNvPicPr>
            <a:picLocks xmlns:a="http://schemas.openxmlformats.org/drawingml/2006/main" noChangeAspect="1"/>
          </p:cNvPicPr>
          <p:nvPr/>
        </p:nvPicPr>
        <p:blipFill>
          <a:blip xmlns:r="http://schemas.openxmlformats.org/officeDocument/2006/relationships" xmlns:a="http://schemas.openxmlformats.org/drawingml/2006/main" r:embed="R6ca37592f8c1449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6D34DF-5CF8-481C-8A79-2DE5A7B3DF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B66A80E1-2CC7-4044-BD72-E5A07D060C9B}"/>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Amazon S3 ra đời năm 2006</a:t>
            </a:r>
          </a:p>
        </p:txBody>
      </p:sp>
      <p:sp>
        <p:nvSpPr>
          <p:cNvPr id="4" name="">
            <a:extLst xmlns:a="http://schemas.openxmlformats.org/drawingml/2006/main">
              <a:ext uri="{FF2B5EF4-FFF2-40B4-BE49-F238E27FC236}">
                <a16:creationId xmlns:a16="http://schemas.microsoft.com/office/drawing/2014/main" id="{325A360C-034D-4EF9-84C0-768869ED8523}"/>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Amazon Press Center, 14/03/2006</a:t>
            </a:r>
          </a:p>
        </p:txBody>
      </p:sp>
      <p:sp>
        <p:nvSpPr>
          <p:cNvPr id="5" name="">
            <a:extLst xmlns:a="http://schemas.openxmlformats.org/drawingml/2006/main">
              <a:ext uri="{FF2B5EF4-FFF2-40B4-BE49-F238E27FC236}">
                <a16:creationId xmlns:a16="http://schemas.microsoft.com/office/drawing/2014/main" id="{F0ED7354-67CD-4C0D-9A28-BBE9BEF55930}"/>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5 / 45</a:t>
            </a:r>
          </a:p>
        </p:txBody>
      </p:sp>
      <p:sp>
        <p:nvSpPr>
          <p:cNvPr id="6" name="">
            <a:extLst xmlns:a="http://schemas.openxmlformats.org/drawingml/2006/main">
              <a:ext uri="{FF2B5EF4-FFF2-40B4-BE49-F238E27FC236}">
                <a16:creationId xmlns:a16="http://schemas.microsoft.com/office/drawing/2014/main" id="{2527F3D3-A152-4878-BD57-627B7753B236}"/>
              </a:ext>
            </a:extLst>
          </p:cNvPr>
          <p:cNvSpPr>
            <a:spLocks xmlns:a="http://schemas.openxmlformats.org/drawingml/2006/main" noGrp="1"/>
          </p:cNvSpPr>
          <p:nvPr/>
        </p:nvSpPr>
        <p:spPr>
          <a:xfrm xmlns:a="http://schemas.openxmlformats.org/drawingml/2006/main">
            <a:off x="723900" y="2200275"/>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450" b="1">
                <a:solidFill>
                  <a:srgbClr val="00C7E5"/>
                </a:solidFill>
                <a:latin typeface="Arial"/>
                <a:ea typeface="Arial"/>
                <a:cs typeface="Arial"/>
              </a:defRPr>
            </a:defPPr>
            <a:lvl1pPr algn="l">
              <a:defRPr sz="6450" b="1">
                <a:solidFill>
                  <a:srgbClr val="00C7E5"/>
                </a:solidFill>
                <a:latin typeface="Arial"/>
                <a:ea typeface="Arial"/>
                <a:cs typeface="Arial"/>
              </a:defRPr>
            </a:lvl1pPr>
            <a:lvl2pPr algn="l">
              <a:defRPr sz="6450" b="1">
                <a:solidFill>
                  <a:srgbClr val="00C7E5"/>
                </a:solidFill>
                <a:latin typeface="Arial"/>
                <a:ea typeface="Arial"/>
                <a:cs typeface="Arial"/>
              </a:defRPr>
            </a:lvl2pPr>
            <a:lvl3pPr algn="l">
              <a:defRPr sz="6450" b="1">
                <a:solidFill>
                  <a:srgbClr val="00C7E5"/>
                </a:solidFill>
                <a:latin typeface="Arial"/>
                <a:ea typeface="Arial"/>
                <a:cs typeface="Arial"/>
              </a:defRPr>
            </a:lvl3pPr>
            <a:lvl4pPr algn="l">
              <a:defRPr sz="6450" b="1">
                <a:solidFill>
                  <a:srgbClr val="00C7E5"/>
                </a:solidFill>
                <a:latin typeface="Arial"/>
                <a:ea typeface="Arial"/>
                <a:cs typeface="Arial"/>
              </a:defRPr>
            </a:lvl4pPr>
            <a:lvl5pPr algn="l">
              <a:defRPr sz="6450" b="1">
                <a:solidFill>
                  <a:srgbClr val="00C7E5"/>
                </a:solidFill>
                <a:latin typeface="Arial"/>
                <a:ea typeface="Arial"/>
                <a:cs typeface="Arial"/>
              </a:defRPr>
            </a:lvl5pPr>
            <a:lvl6pPr algn="l">
              <a:defRPr sz="6450" b="1">
                <a:solidFill>
                  <a:srgbClr val="00C7E5"/>
                </a:solidFill>
                <a:latin typeface="Arial"/>
                <a:ea typeface="Arial"/>
                <a:cs typeface="Arial"/>
              </a:defRPr>
            </a:lvl6pPr>
            <a:lvl7pPr algn="l">
              <a:defRPr sz="6450" b="1">
                <a:solidFill>
                  <a:srgbClr val="00C7E5"/>
                </a:solidFill>
                <a:latin typeface="Arial"/>
                <a:ea typeface="Arial"/>
                <a:cs typeface="Arial"/>
              </a:defRPr>
            </a:lvl7pPr>
            <a:lvl8pPr algn="l">
              <a:defRPr sz="6450" b="1">
                <a:solidFill>
                  <a:srgbClr val="00C7E5"/>
                </a:solidFill>
                <a:latin typeface="Arial"/>
                <a:ea typeface="Arial"/>
                <a:cs typeface="Arial"/>
              </a:defRPr>
            </a:lvl8pPr>
            <a:lvl9pPr algn="l">
              <a:defRPr sz="6450" b="1">
                <a:solidFill>
                  <a:srgbClr val="00C7E5"/>
                </a:solidFill>
                <a:latin typeface="Arial"/>
                <a:ea typeface="Arial"/>
                <a:cs typeface="Arial"/>
              </a:defRPr>
            </a:lvl9pPr>
          </a:lstStyle>
          <a:p xmlns:a="http://schemas.openxmlformats.org/drawingml/2006/main">
            <a:pPr algn="l">
              <a:defRPr sz="6450" b="1">
                <a:solidFill>
                  <a:srgbClr val="00C7E5"/>
                </a:solidFill>
                <a:latin typeface="Arial"/>
                <a:ea typeface="Arial"/>
                <a:cs typeface="Arial"/>
              </a:defRPr>
            </a:pPr>
            <a:r>
              <a:rPr sz="6450" b="1">
                <a:solidFill>
                  <a:srgbClr val="00C7E5"/>
                </a:solidFill>
                <a:latin typeface="Arial"/>
                <a:ea typeface="Arial"/>
                <a:cs typeface="Arial"/>
              </a:rPr>
              <a:t>14.03.2006</a:t>
            </a:r>
          </a:p>
        </p:txBody>
      </p:sp>
      <p:sp>
        <p:nvSpPr>
          <p:cNvPr id="7" name="">
            <a:extLst xmlns:a="http://schemas.openxmlformats.org/drawingml/2006/main">
              <a:ext uri="{FF2B5EF4-FFF2-40B4-BE49-F238E27FC236}">
                <a16:creationId xmlns:a16="http://schemas.microsoft.com/office/drawing/2014/main" id="{1F0FCEE4-F598-451C-9EA5-71F0B523AFD8}"/>
              </a:ext>
            </a:extLst>
          </p:cNvPr>
          <p:cNvSpPr>
            <a:spLocks xmlns:a="http://schemas.openxmlformats.org/drawingml/2006/main" noGrp="1"/>
          </p:cNvSpPr>
          <p:nvPr/>
        </p:nvSpPr>
        <p:spPr>
          <a:xfrm xmlns:a="http://schemas.openxmlformats.org/drawingml/2006/main">
            <a:off x="762000" y="37814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F259484C-7913-40D9-8CE2-954F160C2A77}"/>
              </a:ext>
            </a:extLst>
          </p:cNvPr>
          <p:cNvSpPr>
            <a:spLocks xmlns:a="http://schemas.openxmlformats.org/drawingml/2006/main" noGrp="1"/>
          </p:cNvSpPr>
          <p:nvPr/>
        </p:nvSpPr>
        <p:spPr>
          <a:xfrm xmlns:a="http://schemas.openxmlformats.org/drawingml/2006/main">
            <a:off x="1409700" y="3752850"/>
            <a:ext cx="9925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Cung cấp lưu trữ qua giao diện web service</a:t>
            </a:r>
          </a:p>
        </p:txBody>
      </p:sp>
      <p:sp>
        <p:nvSpPr>
          <p:cNvPr id="9" name="">
            <a:extLst xmlns:a="http://schemas.openxmlformats.org/drawingml/2006/main">
              <a:ext uri="{FF2B5EF4-FFF2-40B4-BE49-F238E27FC236}">
                <a16:creationId xmlns:a16="http://schemas.microsoft.com/office/drawing/2014/main" id="{E4EB3634-C7EF-47BA-84EB-786B31B9FED1}"/>
              </a:ext>
            </a:extLst>
          </p:cNvPr>
          <p:cNvSpPr>
            <a:spLocks xmlns:a="http://schemas.openxmlformats.org/drawingml/2006/main" noGrp="1"/>
          </p:cNvSpPr>
          <p:nvPr/>
        </p:nvSpPr>
        <p:spPr>
          <a:xfrm xmlns:a="http://schemas.openxmlformats.org/drawingml/2006/main">
            <a:off x="762000" y="45053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50A23354-07FF-4DB6-A6C0-A87D7EA55EE1}"/>
              </a:ext>
            </a:extLst>
          </p:cNvPr>
          <p:cNvSpPr>
            <a:spLocks xmlns:a="http://schemas.openxmlformats.org/drawingml/2006/main" noGrp="1"/>
          </p:cNvSpPr>
          <p:nvPr/>
        </p:nvSpPr>
        <p:spPr>
          <a:xfrm xmlns:a="http://schemas.openxmlformats.org/drawingml/2006/main">
            <a:off x="1409700" y="4476750"/>
            <a:ext cx="9925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Cho lập trình viên sử dụng hạ tầng có thể mở rộng</a:t>
            </a:r>
          </a:p>
        </p:txBody>
      </p:sp>
      <p:sp>
        <p:nvSpPr>
          <p:cNvPr id="11" name="">
            <a:extLst xmlns:a="http://schemas.openxmlformats.org/drawingml/2006/main">
              <a:ext uri="{FF2B5EF4-FFF2-40B4-BE49-F238E27FC236}">
                <a16:creationId xmlns:a16="http://schemas.microsoft.com/office/drawing/2014/main" id="{440F7834-E86A-4D16-8046-C2EF85549147}"/>
              </a:ext>
            </a:extLst>
          </p:cNvPr>
          <p:cNvSpPr>
            <a:spLocks xmlns:a="http://schemas.openxmlformats.org/drawingml/2006/main" noGrp="1"/>
          </p:cNvSpPr>
          <p:nvPr/>
        </p:nvSpPr>
        <p:spPr>
          <a:xfrm xmlns:a="http://schemas.openxmlformats.org/drawingml/2006/main">
            <a:off x="762000" y="52292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EEA8E4CE-8ADA-423C-8BB7-B3B826D26961}"/>
              </a:ext>
            </a:extLst>
          </p:cNvPr>
          <p:cNvSpPr>
            <a:spLocks xmlns:a="http://schemas.openxmlformats.org/drawingml/2006/main" noGrp="1"/>
          </p:cNvSpPr>
          <p:nvPr/>
        </p:nvSpPr>
        <p:spPr>
          <a:xfrm xmlns:a="http://schemas.openxmlformats.org/drawingml/2006/main">
            <a:off x="1409700" y="5200650"/>
            <a:ext cx="9925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Giảm nhu cầu tự xây toàn bộ hệ thống lưu trữ</a:t>
            </a:r>
          </a:p>
        </p:txBody>
      </p:sp>
    </p:spTree>
    <p:extLst>
      <p:ext uri="{BB962C8B-B14F-4D97-AF65-F5344CB8AC3E}">
        <p14:creationId xmlns:p14="http://schemas.microsoft.com/office/powerpoint/2010/main" val="193005383"/>
      </p:ext>
    </p:extLst>
  </p:cSld>
</p:sld>
</file>

<file path=ppt/slides/slide6.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37279D8-1B15-4DE4-A960-137C8F03ABDE}"/>
              </a:ext>
            </a:extLst>
          </p:cNvPr>
          <p:cNvPicPr>
            <a:picLocks xmlns:a="http://schemas.openxmlformats.org/drawingml/2006/main" noChangeAspect="1"/>
          </p:cNvPicPr>
          <p:nvPr/>
        </p:nvPicPr>
        <p:blipFill>
          <a:blip xmlns:r="http://schemas.openxmlformats.org/officeDocument/2006/relationships" xmlns:a="http://schemas.openxmlformats.org/drawingml/2006/main" r:embed="R2da1266b49a9430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145DF7-4B6B-407C-B122-4823D24768D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47963291-31FE-4D3B-A32B-AEEDFCBE2970}"/>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Amazon S3 là gì?</a:t>
            </a:r>
          </a:p>
        </p:txBody>
      </p:sp>
      <p:sp>
        <p:nvSpPr>
          <p:cNvPr id="4" name="">
            <a:extLst xmlns:a="http://schemas.openxmlformats.org/drawingml/2006/main">
              <a:ext uri="{FF2B5EF4-FFF2-40B4-BE49-F238E27FC236}">
                <a16:creationId xmlns:a16="http://schemas.microsoft.com/office/drawing/2014/main" id="{F2527498-9571-42DB-AF68-627551F8835B}"/>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C96C83EF-7AF4-4C70-BE22-6BFAD8A0D489}"/>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6 / 45</a:t>
            </a:r>
          </a:p>
        </p:txBody>
      </p:sp>
      <p:sp>
        <p:nvSpPr>
          <p:cNvPr id="6" name="">
            <a:extLst xmlns:a="http://schemas.openxmlformats.org/drawingml/2006/main">
              <a:ext uri="{FF2B5EF4-FFF2-40B4-BE49-F238E27FC236}">
                <a16:creationId xmlns:a16="http://schemas.microsoft.com/office/drawing/2014/main" id="{ED5A16D9-B3A8-4C69-8191-6B10B6E74AC3}"/>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0C34B68-3792-48C2-B6E4-5C732815030F}"/>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Amazon Simple Storage Service</a:t>
            </a:r>
          </a:p>
        </p:txBody>
      </p:sp>
      <p:sp>
        <p:nvSpPr>
          <p:cNvPr id="8" name="">
            <a:extLst xmlns:a="http://schemas.openxmlformats.org/drawingml/2006/main">
              <a:ext uri="{FF2B5EF4-FFF2-40B4-BE49-F238E27FC236}">
                <a16:creationId xmlns:a16="http://schemas.microsoft.com/office/drawing/2014/main" id="{EEE90A0E-0D36-4E05-8850-CB3133D823EF}"/>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13BD2F5B-D035-4437-BE7C-B31EAB0F7ED6}"/>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Dịch vụ lưu trữ đối tượng trên AWS</a:t>
            </a:r>
          </a:p>
        </p:txBody>
      </p:sp>
      <p:sp>
        <p:nvSpPr>
          <p:cNvPr id="10" name="">
            <a:extLst xmlns:a="http://schemas.openxmlformats.org/drawingml/2006/main">
              <a:ext uri="{FF2B5EF4-FFF2-40B4-BE49-F238E27FC236}">
                <a16:creationId xmlns:a16="http://schemas.microsoft.com/office/drawing/2014/main" id="{42CB5A9C-9E40-488E-90D1-DA2BBD64BBD9}"/>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630347B-A1F6-4DC1-9C5B-246028BC458B}"/>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Lưu tài liệu, ảnh, video, bản sao lưu và dữ liệu phân tích</a:t>
            </a:r>
          </a:p>
        </p:txBody>
      </p:sp>
      <p:sp>
        <p:nvSpPr>
          <p:cNvPr id="12" name="">
            <a:extLst xmlns:a="http://schemas.openxmlformats.org/drawingml/2006/main">
              <a:ext uri="{FF2B5EF4-FFF2-40B4-BE49-F238E27FC236}">
                <a16:creationId xmlns:a16="http://schemas.microsoft.com/office/drawing/2014/main" id="{09A77069-E29B-4F3D-A76F-9B5D85914554}"/>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BB67CAED-0D4C-4C44-8772-09951B6A0A35}"/>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Truy cập bằng Console, API, CLI hoặc SDK</a:t>
            </a:r>
          </a:p>
        </p:txBody>
      </p:sp>
    </p:spTree>
    <p:extLst>
      <p:ext uri="{BB962C8B-B14F-4D97-AF65-F5344CB8AC3E}">
        <p14:creationId xmlns:p14="http://schemas.microsoft.com/office/powerpoint/2010/main" val="293762460"/>
      </p:ext>
    </p:extLst>
  </p:cSld>
</p:sld>
</file>

<file path=ppt/slides/slide7.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EA2C56E-72F0-4CF7-A06D-72D9E74A583C}"/>
              </a:ext>
            </a:extLst>
          </p:cNvPr>
          <p:cNvPicPr>
            <a:picLocks xmlns:a="http://schemas.openxmlformats.org/drawingml/2006/main" noChangeAspect="1"/>
          </p:cNvPicPr>
          <p:nvPr/>
        </p:nvPicPr>
        <p:blipFill>
          <a:blip xmlns:r="http://schemas.openxmlformats.org/officeDocument/2006/relationships" xmlns:a="http://schemas.openxmlformats.org/drawingml/2006/main" r:embed="Rf3a7cc45e4cb4a3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2EE9A30-2765-45E6-A2F1-AAECC5097E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40E5215C-937B-4D79-B5F3-C2D4E41E9FF2}"/>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Block, file và object</a:t>
            </a:r>
          </a:p>
        </p:txBody>
      </p:sp>
      <p:sp>
        <p:nvSpPr>
          <p:cNvPr id="4" name="">
            <a:extLst xmlns:a="http://schemas.openxmlformats.org/drawingml/2006/main">
              <a:ext uri="{FF2B5EF4-FFF2-40B4-BE49-F238E27FC236}">
                <a16:creationId xmlns:a16="http://schemas.microsoft.com/office/drawing/2014/main" id="{C793EBD6-C150-407D-86F7-A29BDD8C4124}"/>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004C8F01-AF40-4FCC-A6A6-9B275C96A993}"/>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7 / 45</a:t>
            </a:r>
          </a:p>
        </p:txBody>
      </p:sp>
      <p:graphicFrame>
        <p:nvGraphicFramePr>
          <p:cNvPr id="6" name="">
            <a:extLst xmlns:a="http://schemas.openxmlformats.org/drawingml/2006/main">
              <a:ext uri="{FF2B5EF4-FFF2-40B4-BE49-F238E27FC236}">
                <a16:creationId xmlns:a16="http://schemas.microsoft.com/office/drawing/2014/main" id="{5FADB40B-2E5B-4411-82F4-56A78ECECE4B}"/>
              </a:ext>
            </a:extLst>
          </p:cNvPr>
          <p:cNvGraphicFramePr/>
          <p:nvPr/>
        </p:nvGraphicFramePr>
        <p:xfrm>
          <a:off xmlns:a="http://schemas.openxmlformats.org/drawingml/2006/main" x="704850" y="2266950"/>
          <a:ext xmlns:a="http://schemas.openxmlformats.org/drawingml/2006/main" cx="10782300" cy="3257550"/>
        </p:xfrm>
        <a:graphic xmlns:a="http://schemas.openxmlformats.org/drawingml/2006/main">
          <a:graphicData uri="http://schemas.openxmlformats.org/drawingml/2006/table">
            <a:tbl>
              <a:tblPr/>
              <a:tblGrid>
                <a:gridCol w="3594100"/>
                <a:gridCol w="3594100"/>
                <a:gridCol w="3594100"/>
              </a:tblGrid>
              <a:tr h="814388">
                <a:tc>
                  <a:txBody>
                    <a:bodyPr lIns="142875" tIns="142875" rIns="142875" bIns="142875"/>
                    <a:lstStyle/>
                    <a:p>
                      <a:r>
                        <a:rPr sz="2250" b="1">
                          <a:solidFill>
                            <a:srgbClr val="00C7E5"/>
                          </a:solidFill>
                          <a:latin typeface="Arial"/>
                          <a:ea typeface="Arial"/>
                          <a:cs typeface="Arial"/>
                        </a:rPr>
                        <a:t>Block</a:t>
                      </a:r>
                    </a:p>
                  </a:txBody>
                  <a:tcPr marL="91440" marR="91440" marT="45720" marB="45720" anchor="ctr">
                    <a:lnL w="9525">
                      <a:solidFill>
                        <a:srgbClr val="284B60"/>
                      </a:solidFill>
                      <a:prstDash val="solid"/>
                    </a:lnL>
                    <a:lnR w="9525">
                      <a:solidFill>
                        <a:srgbClr val="284B60"/>
                      </a:solidFill>
                      <a:prstDash val="solid"/>
                    </a:lnR>
                    <a:lnT w="9525">
                      <a:solidFill>
                        <a:srgbClr val="284B60"/>
                      </a:solidFill>
                      <a:prstDash val="solid"/>
                    </a:lnT>
                    <a:lnB w="9525">
                      <a:solidFill>
                        <a:srgbClr val="284B60"/>
                      </a:solidFill>
                      <a:prstDash val="solid"/>
                    </a:lnB>
                    <a:solidFill>
                      <a:srgbClr val="123648"/>
                    </a:solidFill>
                  </a:tcPr>
                </a:tc>
                <a:tc>
                  <a:txBody>
                    <a:bodyPr lIns="142875" tIns="142875" rIns="142875" bIns="142875"/>
                    <a:lstStyle/>
                    <a:p>
                      <a:r>
                        <a:rPr sz="2250" b="1">
                          <a:solidFill>
                            <a:srgbClr val="00C7E5"/>
                          </a:solidFill>
                          <a:latin typeface="Arial"/>
                          <a:ea typeface="Arial"/>
                          <a:cs typeface="Arial"/>
                        </a:rPr>
                        <a:t>File</a:t>
                      </a:r>
                    </a:p>
                  </a:txBody>
                  <a:tcPr marL="91440" marR="91440" marT="45720" marB="45720" anchor="ctr">
                    <a:lnR w="9525">
                      <a:solidFill>
                        <a:srgbClr val="284B60"/>
                      </a:solidFill>
                      <a:prstDash val="solid"/>
                    </a:lnR>
                    <a:lnT w="9525">
                      <a:solidFill>
                        <a:srgbClr val="284B60"/>
                      </a:solidFill>
                      <a:prstDash val="solid"/>
                    </a:lnT>
                    <a:lnB w="9525">
                      <a:solidFill>
                        <a:srgbClr val="284B60"/>
                      </a:solidFill>
                      <a:prstDash val="solid"/>
                    </a:lnB>
                    <a:solidFill>
                      <a:srgbClr val="123648"/>
                    </a:solidFill>
                  </a:tcPr>
                </a:tc>
                <a:tc>
                  <a:txBody>
                    <a:bodyPr lIns="142875" tIns="142875" rIns="142875" bIns="142875"/>
                    <a:lstStyle/>
                    <a:p>
                      <a:r>
                        <a:rPr sz="2250" b="1">
                          <a:solidFill>
                            <a:srgbClr val="00C7E5"/>
                          </a:solidFill>
                          <a:latin typeface="Arial"/>
                          <a:ea typeface="Arial"/>
                          <a:cs typeface="Arial"/>
                        </a:rPr>
                        <a:t>Object</a:t>
                      </a:r>
                    </a:p>
                  </a:txBody>
                  <a:tcPr marL="91440" marR="91440" marT="45720" marB="45720" anchor="ctr">
                    <a:lnR w="9525">
                      <a:solidFill>
                        <a:srgbClr val="284B60"/>
                      </a:solidFill>
                      <a:prstDash val="solid"/>
                    </a:lnR>
                    <a:lnT w="9525">
                      <a:solidFill>
                        <a:srgbClr val="284B60"/>
                      </a:solidFill>
                      <a:prstDash val="solid"/>
                    </a:lnT>
                    <a:lnB w="9525">
                      <a:solidFill>
                        <a:srgbClr val="284B60"/>
                      </a:solidFill>
                      <a:prstDash val="solid"/>
                    </a:lnB>
                    <a:solidFill>
                      <a:srgbClr val="123648"/>
                    </a:solidFill>
                  </a:tcPr>
                </a:tc>
              </a:tr>
              <a:tr h="814388">
                <a:tc>
                  <a:txBody>
                    <a:bodyPr lIns="142875" tIns="142875" rIns="142875" bIns="142875"/>
                    <a:lstStyle/>
                    <a:p>
                      <a:r>
                        <a:rPr sz="2025" b="0">
                          <a:solidFill>
                            <a:srgbClr val="F4F8FC"/>
                          </a:solidFill>
                          <a:latin typeface="Arial"/>
                          <a:ea typeface="Arial"/>
                          <a:cs typeface="Arial"/>
                        </a:rPr>
                        <a:t>Khối trên volume</a:t>
                      </a:r>
                    </a:p>
                  </a:txBody>
                  <a:tcPr marL="91440" marR="91440" marT="45720" marB="45720" anchor="ctr">
                    <a:lnL w="9525">
                      <a:solidFill>
                        <a:srgbClr val="284B60"/>
                      </a:solidFill>
                      <a:prstDash val="solid"/>
                    </a:lnL>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Tệp và thư mục</a:t>
                      </a:r>
                    </a:p>
                  </a:txBody>
                  <a:tcPr marL="91440" marR="91440" marT="45720" marB="45720" anchor="ctr">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Object và key</a:t>
                      </a:r>
                    </a:p>
                  </a:txBody>
                  <a:tcPr marL="91440" marR="91440" marT="45720" marB="45720" anchor="ctr">
                    <a:lnR w="9525">
                      <a:solidFill>
                        <a:srgbClr val="284B60"/>
                      </a:solidFill>
                      <a:prstDash val="solid"/>
                    </a:lnR>
                    <a:lnB w="9525">
                      <a:solidFill>
                        <a:srgbClr val="284B60"/>
                      </a:solidFill>
                      <a:prstDash val="solid"/>
                    </a:lnB>
                    <a:solidFill>
                      <a:srgbClr val="071A28"/>
                    </a:solidFill>
                  </a:tcPr>
                </a:tc>
              </a:tr>
              <a:tr h="814388">
                <a:tc>
                  <a:txBody>
                    <a:bodyPr lIns="142875" tIns="142875" rIns="142875" bIns="142875"/>
                    <a:lstStyle/>
                    <a:p>
                      <a:r>
                        <a:rPr sz="2025" b="0">
                          <a:solidFill>
                            <a:srgbClr val="F4F8FC"/>
                          </a:solidFill>
                          <a:latin typeface="Arial"/>
                          <a:ea typeface="Arial"/>
                          <a:cs typeface="Arial"/>
                        </a:rPr>
                        <a:t>EBS</a:t>
                      </a:r>
                    </a:p>
                  </a:txBody>
                  <a:tcPr marL="91440" marR="91440" marT="45720" marB="45720" anchor="ctr">
                    <a:lnL w="9525">
                      <a:solidFill>
                        <a:srgbClr val="284B60"/>
                      </a:solidFill>
                      <a:prstDash val="solid"/>
                    </a:lnL>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EFS</a:t>
                      </a:r>
                    </a:p>
                  </a:txBody>
                  <a:tcPr marL="91440" marR="91440" marT="45720" marB="45720" anchor="ctr">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S3</a:t>
                      </a:r>
                    </a:p>
                  </a:txBody>
                  <a:tcPr marL="91440" marR="91440" marT="45720" marB="45720" anchor="ctr">
                    <a:lnR w="9525">
                      <a:solidFill>
                        <a:srgbClr val="284B60"/>
                      </a:solidFill>
                      <a:prstDash val="solid"/>
                    </a:lnR>
                    <a:lnB w="9525">
                      <a:solidFill>
                        <a:srgbClr val="284B60"/>
                      </a:solidFill>
                      <a:prstDash val="solid"/>
                    </a:lnB>
                    <a:solidFill>
                      <a:srgbClr val="071A28"/>
                    </a:solidFill>
                  </a:tcPr>
                </a:tc>
              </a:tr>
              <a:tr h="814388">
                <a:tc>
                  <a:txBody>
                    <a:bodyPr lIns="142875" tIns="142875" rIns="142875" bIns="142875"/>
                    <a:lstStyle/>
                    <a:p>
                      <a:r>
                        <a:rPr sz="2025" b="0">
                          <a:solidFill>
                            <a:srgbClr val="F4F8FC"/>
                          </a:solidFill>
                          <a:latin typeface="Arial"/>
                          <a:ea typeface="Arial"/>
                          <a:cs typeface="Arial"/>
                        </a:rPr>
                        <a:t>OS, cơ sở dữ liệu</a:t>
                      </a:r>
                    </a:p>
                  </a:txBody>
                  <a:tcPr marL="91440" marR="91440" marT="45720" marB="45720" anchor="ctr">
                    <a:lnL w="9525">
                      <a:solidFill>
                        <a:srgbClr val="284B60"/>
                      </a:solidFill>
                      <a:prstDash val="solid"/>
                    </a:lnL>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Thư mục dùng chung</a:t>
                      </a:r>
                    </a:p>
                  </a:txBody>
                  <a:tcPr marL="91440" marR="91440" marT="45720" marB="45720" anchor="ctr">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Ảnh, backup, data lake</a:t>
                      </a:r>
                    </a:p>
                  </a:txBody>
                  <a:tcPr marL="91440" marR="91440" marT="45720" marB="45720" anchor="ctr">
                    <a:lnR w="9525">
                      <a:solidFill>
                        <a:srgbClr val="284B60"/>
                      </a:solidFill>
                      <a:prstDash val="solid"/>
                    </a:lnR>
                    <a:lnB w="9525">
                      <a:solidFill>
                        <a:srgbClr val="284B60"/>
                      </a:solidFill>
                      <a:prstDash val="solid"/>
                    </a:lnB>
                    <a:solidFill>
                      <a:srgbClr val="071A28"/>
                    </a:solidFill>
                  </a:tcPr>
                </a:tc>
              </a:tr>
            </a:tbl>
          </a:graphicData>
        </a:graphic>
      </p:graphicFrame>
      <p:sp>
        <p:nvSpPr>
          <p:cNvPr id="7" name="">
            <a:extLst xmlns:a="http://schemas.openxmlformats.org/drawingml/2006/main">
              <a:ext uri="{FF2B5EF4-FFF2-40B4-BE49-F238E27FC236}">
                <a16:creationId xmlns:a16="http://schemas.microsoft.com/office/drawing/2014/main" id="{A91388C7-BF16-451B-AA0A-03389467C747}"/>
              </a:ext>
            </a:extLst>
          </p:cNvPr>
          <p:cNvSpPr>
            <a:spLocks xmlns:a="http://schemas.openxmlformats.org/drawingml/2006/main" noGrp="1"/>
          </p:cNvSpPr>
          <p:nvPr/>
        </p:nvSpPr>
        <p:spPr>
          <a:xfrm xmlns:a="http://schemas.openxmlformats.org/drawingml/2006/main">
            <a:off x="742950" y="5781675"/>
            <a:ext cx="10668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AC58"/>
                </a:solidFill>
                <a:latin typeface="Arial"/>
                <a:ea typeface="Arial"/>
                <a:cs typeface="Arial"/>
              </a:defRPr>
            </a:defPPr>
            <a:lvl1pPr algn="l">
              <a:defRPr sz="2175" b="0">
                <a:solidFill>
                  <a:srgbClr val="FFAC58"/>
                </a:solidFill>
                <a:latin typeface="Arial"/>
                <a:ea typeface="Arial"/>
                <a:cs typeface="Arial"/>
              </a:defRPr>
            </a:lvl1pPr>
            <a:lvl2pPr algn="l">
              <a:defRPr sz="2175" b="0">
                <a:solidFill>
                  <a:srgbClr val="FFAC58"/>
                </a:solidFill>
                <a:latin typeface="Arial"/>
                <a:ea typeface="Arial"/>
                <a:cs typeface="Arial"/>
              </a:defRPr>
            </a:lvl2pPr>
            <a:lvl3pPr algn="l">
              <a:defRPr sz="2175" b="0">
                <a:solidFill>
                  <a:srgbClr val="FFAC58"/>
                </a:solidFill>
                <a:latin typeface="Arial"/>
                <a:ea typeface="Arial"/>
                <a:cs typeface="Arial"/>
              </a:defRPr>
            </a:lvl3pPr>
            <a:lvl4pPr algn="l">
              <a:defRPr sz="2175" b="0">
                <a:solidFill>
                  <a:srgbClr val="FFAC58"/>
                </a:solidFill>
                <a:latin typeface="Arial"/>
                <a:ea typeface="Arial"/>
                <a:cs typeface="Arial"/>
              </a:defRPr>
            </a:lvl4pPr>
            <a:lvl5pPr algn="l">
              <a:defRPr sz="2175" b="0">
                <a:solidFill>
                  <a:srgbClr val="FFAC58"/>
                </a:solidFill>
                <a:latin typeface="Arial"/>
                <a:ea typeface="Arial"/>
                <a:cs typeface="Arial"/>
              </a:defRPr>
            </a:lvl5pPr>
            <a:lvl6pPr algn="l">
              <a:defRPr sz="2175" b="0">
                <a:solidFill>
                  <a:srgbClr val="FFAC58"/>
                </a:solidFill>
                <a:latin typeface="Arial"/>
                <a:ea typeface="Arial"/>
                <a:cs typeface="Arial"/>
              </a:defRPr>
            </a:lvl6pPr>
            <a:lvl7pPr algn="l">
              <a:defRPr sz="2175" b="0">
                <a:solidFill>
                  <a:srgbClr val="FFAC58"/>
                </a:solidFill>
                <a:latin typeface="Arial"/>
                <a:ea typeface="Arial"/>
                <a:cs typeface="Arial"/>
              </a:defRPr>
            </a:lvl7pPr>
            <a:lvl8pPr algn="l">
              <a:defRPr sz="2175" b="0">
                <a:solidFill>
                  <a:srgbClr val="FFAC58"/>
                </a:solidFill>
                <a:latin typeface="Arial"/>
                <a:ea typeface="Arial"/>
                <a:cs typeface="Arial"/>
              </a:defRPr>
            </a:lvl8pPr>
            <a:lvl9pPr algn="l">
              <a:defRPr sz="2175" b="0">
                <a:solidFill>
                  <a:srgbClr val="FFAC58"/>
                </a:solidFill>
                <a:latin typeface="Arial"/>
                <a:ea typeface="Arial"/>
                <a:cs typeface="Arial"/>
              </a:defRPr>
            </a:lvl9pPr>
          </a:lstStyle>
          <a:p xmlns:a="http://schemas.openxmlformats.org/drawingml/2006/main">
            <a:pPr algn="l">
              <a:defRPr sz="2175" b="0">
                <a:solidFill>
                  <a:srgbClr val="FFAC58"/>
                </a:solidFill>
                <a:latin typeface="Arial"/>
                <a:ea typeface="Arial"/>
                <a:cs typeface="Arial"/>
              </a:defRPr>
            </a:pPr>
            <a:r>
              <a:rPr sz="2175" b="0">
                <a:solidFill>
                  <a:srgbClr val="FFAC58"/>
                </a:solidFill>
                <a:latin typeface="Arial"/>
                <a:ea typeface="Arial"/>
                <a:cs typeface="Arial"/>
              </a:rPr>
              <a:t>Chọn theo cách truy cập và nhu cầu của ứng dụng</a:t>
            </a:r>
          </a:p>
        </p:txBody>
      </p:sp>
    </p:spTree>
    <p:extLst>
      <p:ext uri="{BB962C8B-B14F-4D97-AF65-F5344CB8AC3E}">
        <p14:creationId xmlns:p14="http://schemas.microsoft.com/office/powerpoint/2010/main" val="1070573643"/>
      </p:ext>
    </p:extLst>
  </p:cSld>
</p:sld>
</file>

<file path=ppt/slides/slide8.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3E7E4272-9AB0-4F69-8AE9-E1778C67A6D5}"/>
              </a:ext>
            </a:extLst>
          </p:cNvPr>
          <p:cNvPicPr>
            <a:picLocks xmlns:a="http://schemas.openxmlformats.org/drawingml/2006/main" noChangeAspect="1"/>
          </p:cNvPicPr>
          <p:nvPr/>
        </p:nvPicPr>
        <p:blipFill>
          <a:blip xmlns:r="http://schemas.openxmlformats.org/officeDocument/2006/relationships" xmlns:a="http://schemas.openxmlformats.org/drawingml/2006/main" r:embed="R24ef9fb0c26b40e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A739A7-BFA5-43C4-83B8-1BF52AF0C0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9E1D4CC7-A506-4809-9A11-1C91AA5C2290}"/>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Mô hình lưu trữ đối tượng</a:t>
            </a:r>
          </a:p>
        </p:txBody>
      </p:sp>
      <p:sp>
        <p:nvSpPr>
          <p:cNvPr id="4" name="">
            <a:extLst xmlns:a="http://schemas.openxmlformats.org/drawingml/2006/main">
              <a:ext uri="{FF2B5EF4-FFF2-40B4-BE49-F238E27FC236}">
                <a16:creationId xmlns:a16="http://schemas.microsoft.com/office/drawing/2014/main" id="{85C45394-6DEE-40D1-876D-F9EEF3129E20}"/>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D3309AB1-81EC-479D-B9FB-FFA5B2F37DC6}"/>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8 / 45</a:t>
            </a:r>
          </a:p>
        </p:txBody>
      </p:sp>
      <p:sp>
        <p:nvSpPr>
          <p:cNvPr id="6" name="">
            <a:extLst xmlns:a="http://schemas.openxmlformats.org/drawingml/2006/main">
              <a:ext uri="{FF2B5EF4-FFF2-40B4-BE49-F238E27FC236}">
                <a16:creationId xmlns:a16="http://schemas.microsoft.com/office/drawing/2014/main" id="{67ADA43B-D0AE-424B-ADEC-54B2F10D5339}"/>
              </a:ext>
            </a:extLst>
          </p:cNvPr>
          <p:cNvSpPr>
            <a:spLocks xmlns:a="http://schemas.openxmlformats.org/drawingml/2006/main" noGrp="1"/>
          </p:cNvSpPr>
          <p:nvPr/>
        </p:nvSpPr>
        <p:spPr>
          <a:xfrm xmlns:a="http://schemas.openxmlformats.org/drawingml/2006/main">
            <a:off x="762000" y="2257425"/>
            <a:ext cx="3143250" cy="9906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6F6152D5-126C-479B-9F5D-1DBCEFDDB73A}"/>
              </a:ext>
            </a:extLst>
          </p:cNvPr>
          <p:cNvSpPr>
            <a:spLocks xmlns:a="http://schemas.openxmlformats.org/drawingml/2006/main" noGrp="1"/>
          </p:cNvSpPr>
          <p:nvPr/>
        </p:nvSpPr>
        <p:spPr>
          <a:xfrm xmlns:a="http://schemas.openxmlformats.org/drawingml/2006/main">
            <a:off x="895350" y="244792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Bucket</a:t>
            </a:r>
          </a:p>
        </p:txBody>
      </p:sp>
      <p:sp>
        <p:nvSpPr>
          <p:cNvPr id="8" name="">
            <a:extLst xmlns:a="http://schemas.openxmlformats.org/drawingml/2006/main">
              <a:ext uri="{FF2B5EF4-FFF2-40B4-BE49-F238E27FC236}">
                <a16:creationId xmlns:a16="http://schemas.microsoft.com/office/drawing/2014/main" id="{37ABBA9F-2547-4DFA-A89A-3EB4344E98AD}"/>
              </a:ext>
            </a:extLst>
          </p:cNvPr>
          <p:cNvSpPr>
            <a:spLocks xmlns:a="http://schemas.openxmlformats.org/drawingml/2006/main" noGrp="1"/>
          </p:cNvSpPr>
          <p:nvPr/>
        </p:nvSpPr>
        <p:spPr>
          <a:xfrm xmlns:a="http://schemas.openxmlformats.org/drawingml/2006/main">
            <a:off x="4524375" y="2257425"/>
            <a:ext cx="3143250" cy="9906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10C79B7E-3932-4407-ACEB-8D11785C23E6}"/>
              </a:ext>
            </a:extLst>
          </p:cNvPr>
          <p:cNvSpPr>
            <a:spLocks xmlns:a="http://schemas.openxmlformats.org/drawingml/2006/main" noGrp="1"/>
          </p:cNvSpPr>
          <p:nvPr/>
        </p:nvSpPr>
        <p:spPr>
          <a:xfrm xmlns:a="http://schemas.openxmlformats.org/drawingml/2006/main">
            <a:off x="4657725" y="244792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Key</a:t>
            </a:r>
          </a:p>
        </p:txBody>
      </p:sp>
      <p:sp>
        <p:nvSpPr>
          <p:cNvPr id="10" name="">
            <a:extLst xmlns:a="http://schemas.openxmlformats.org/drawingml/2006/main">
              <a:ext uri="{FF2B5EF4-FFF2-40B4-BE49-F238E27FC236}">
                <a16:creationId xmlns:a16="http://schemas.microsoft.com/office/drawing/2014/main" id="{E629054C-369E-470B-9354-60468D9F3551}"/>
              </a:ext>
            </a:extLst>
          </p:cNvPr>
          <p:cNvSpPr>
            <a:spLocks xmlns:a="http://schemas.openxmlformats.org/drawingml/2006/main" noGrp="1"/>
          </p:cNvSpPr>
          <p:nvPr/>
        </p:nvSpPr>
        <p:spPr>
          <a:xfrm xmlns:a="http://schemas.openxmlformats.org/drawingml/2006/main">
            <a:off x="3981450" y="251460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F5C00707-E94E-4C2D-8CA8-27353638200E}"/>
              </a:ext>
            </a:extLst>
          </p:cNvPr>
          <p:cNvSpPr>
            <a:spLocks xmlns:a="http://schemas.openxmlformats.org/drawingml/2006/main" noGrp="1"/>
          </p:cNvSpPr>
          <p:nvPr/>
        </p:nvSpPr>
        <p:spPr>
          <a:xfrm xmlns:a="http://schemas.openxmlformats.org/drawingml/2006/main">
            <a:off x="8286750" y="2257425"/>
            <a:ext cx="3143250" cy="99060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2" name="">
            <a:extLst xmlns:a="http://schemas.openxmlformats.org/drawingml/2006/main">
              <a:ext uri="{FF2B5EF4-FFF2-40B4-BE49-F238E27FC236}">
                <a16:creationId xmlns:a16="http://schemas.microsoft.com/office/drawing/2014/main" id="{827A5BAA-0B91-4863-9F08-2F1180826E86}"/>
              </a:ext>
            </a:extLst>
          </p:cNvPr>
          <p:cNvSpPr>
            <a:spLocks xmlns:a="http://schemas.openxmlformats.org/drawingml/2006/main" noGrp="1"/>
          </p:cNvSpPr>
          <p:nvPr/>
        </p:nvSpPr>
        <p:spPr>
          <a:xfrm xmlns:a="http://schemas.openxmlformats.org/drawingml/2006/main">
            <a:off x="8420100" y="2447925"/>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Object</a:t>
            </a:r>
          </a:p>
        </p:txBody>
      </p:sp>
      <p:sp>
        <p:nvSpPr>
          <p:cNvPr id="13" name="">
            <a:extLst xmlns:a="http://schemas.openxmlformats.org/drawingml/2006/main">
              <a:ext uri="{FF2B5EF4-FFF2-40B4-BE49-F238E27FC236}">
                <a16:creationId xmlns:a16="http://schemas.microsoft.com/office/drawing/2014/main" id="{15B3D0F7-4600-405B-91B5-63361DB3FBC2}"/>
              </a:ext>
            </a:extLst>
          </p:cNvPr>
          <p:cNvSpPr>
            <a:spLocks xmlns:a="http://schemas.openxmlformats.org/drawingml/2006/main" noGrp="1"/>
          </p:cNvSpPr>
          <p:nvPr/>
        </p:nvSpPr>
        <p:spPr>
          <a:xfrm xmlns:a="http://schemas.openxmlformats.org/drawingml/2006/main">
            <a:off x="7743825" y="251460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9C286B3B-F83C-452B-89EE-16968EC6C5A8}"/>
              </a:ext>
            </a:extLst>
          </p:cNvPr>
          <p:cNvSpPr>
            <a:spLocks xmlns:a="http://schemas.openxmlformats.org/drawingml/2006/main" noGrp="1"/>
          </p:cNvSpPr>
          <p:nvPr/>
        </p:nvSpPr>
        <p:spPr>
          <a:xfrm xmlns:a="http://schemas.openxmlformats.org/drawingml/2006/main">
            <a:off x="800100" y="4000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15" name="">
            <a:extLst xmlns:a="http://schemas.openxmlformats.org/drawingml/2006/main">
              <a:ext uri="{FF2B5EF4-FFF2-40B4-BE49-F238E27FC236}">
                <a16:creationId xmlns:a16="http://schemas.microsoft.com/office/drawing/2014/main" id="{26C61BFD-A888-409E-990A-F5183C5316DE}"/>
              </a:ext>
            </a:extLst>
          </p:cNvPr>
          <p:cNvSpPr>
            <a:spLocks xmlns:a="http://schemas.openxmlformats.org/drawingml/2006/main" noGrp="1"/>
          </p:cNvSpPr>
          <p:nvPr/>
        </p:nvSpPr>
        <p:spPr>
          <a:xfrm xmlns:a="http://schemas.openxmlformats.org/drawingml/2006/main">
            <a:off x="1447800" y="3971925"/>
            <a:ext cx="9925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Metadata mô tả dữ liệu</a:t>
            </a:r>
          </a:p>
        </p:txBody>
      </p:sp>
      <p:sp>
        <p:nvSpPr>
          <p:cNvPr id="16" name="">
            <a:extLst xmlns:a="http://schemas.openxmlformats.org/drawingml/2006/main">
              <a:ext uri="{FF2B5EF4-FFF2-40B4-BE49-F238E27FC236}">
                <a16:creationId xmlns:a16="http://schemas.microsoft.com/office/drawing/2014/main" id="{3136BDA8-6762-4195-8F50-7946152CD45F}"/>
              </a:ext>
            </a:extLst>
          </p:cNvPr>
          <p:cNvSpPr>
            <a:spLocks xmlns:a="http://schemas.openxmlformats.org/drawingml/2006/main" noGrp="1"/>
          </p:cNvSpPr>
          <p:nvPr/>
        </p:nvSpPr>
        <p:spPr>
          <a:xfrm xmlns:a="http://schemas.openxmlformats.org/drawingml/2006/main">
            <a:off x="800100" y="49053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8E9654F0-7928-4D41-9E75-E25360EE99DB}"/>
              </a:ext>
            </a:extLst>
          </p:cNvPr>
          <p:cNvSpPr>
            <a:spLocks xmlns:a="http://schemas.openxmlformats.org/drawingml/2006/main" noGrp="1"/>
          </p:cNvSpPr>
          <p:nvPr/>
        </p:nvSpPr>
        <p:spPr>
          <a:xfrm xmlns:a="http://schemas.openxmlformats.org/drawingml/2006/main">
            <a:off x="1447800" y="4876800"/>
            <a:ext cx="9925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Version ID phân biệt phiên bản khi có Versioning</a:t>
            </a:r>
          </a:p>
        </p:txBody>
      </p:sp>
    </p:spTree>
    <p:extLst>
      <p:ext uri="{BB962C8B-B14F-4D97-AF65-F5344CB8AC3E}">
        <p14:creationId xmlns:p14="http://schemas.microsoft.com/office/powerpoint/2010/main" val="1943428026"/>
      </p:ext>
    </p:extLst>
  </p:cSld>
</p:sld>
</file>

<file path=ppt/slides/slide9.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331F358-078B-46A7-A7B5-3ACCD81DBF61}"/>
              </a:ext>
            </a:extLst>
          </p:cNvPr>
          <p:cNvPicPr>
            <a:picLocks xmlns:a="http://schemas.openxmlformats.org/drawingml/2006/main" noChangeAspect="1"/>
          </p:cNvPicPr>
          <p:nvPr/>
        </p:nvPicPr>
        <p:blipFill>
          <a:blip xmlns:r="http://schemas.openxmlformats.org/officeDocument/2006/relationships" xmlns:a="http://schemas.openxmlformats.org/drawingml/2006/main" r:embed="Red69a7791d624bb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97E08B-D78E-46E1-94EA-E17D9EA867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B63EFEAB-0471-412C-A023-02B4677E1FD4}"/>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Bucket và phạm vi cấu hình</a:t>
            </a:r>
          </a:p>
        </p:txBody>
      </p:sp>
      <p:sp>
        <p:nvSpPr>
          <p:cNvPr id="4" name="">
            <a:extLst xmlns:a="http://schemas.openxmlformats.org/drawingml/2006/main">
              <a:ext uri="{FF2B5EF4-FFF2-40B4-BE49-F238E27FC236}">
                <a16:creationId xmlns:a16="http://schemas.microsoft.com/office/drawing/2014/main" id="{1DB9A253-2CD3-4C3B-92DF-995DFFA2C687}"/>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065FCBFD-D669-43D7-9995-AD45AD0C0FC3}"/>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9 / 45</a:t>
            </a:r>
          </a:p>
        </p:txBody>
      </p:sp>
      <p:sp>
        <p:nvSpPr>
          <p:cNvPr id="6" name="">
            <a:extLst xmlns:a="http://schemas.openxmlformats.org/drawingml/2006/main">
              <a:ext uri="{FF2B5EF4-FFF2-40B4-BE49-F238E27FC236}">
                <a16:creationId xmlns:a16="http://schemas.microsoft.com/office/drawing/2014/main" id="{1D398168-2621-4511-8C25-E51E5FBF6902}"/>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324D64F-3996-4991-853F-8F3BB69BD240}"/>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Chọn tên và AWS Region khi tạo bucket</a:t>
            </a:r>
          </a:p>
        </p:txBody>
      </p:sp>
      <p:sp>
        <p:nvSpPr>
          <p:cNvPr id="8" name="">
            <a:extLst xmlns:a="http://schemas.openxmlformats.org/drawingml/2006/main">
              <a:ext uri="{FF2B5EF4-FFF2-40B4-BE49-F238E27FC236}">
                <a16:creationId xmlns:a16="http://schemas.microsoft.com/office/drawing/2014/main" id="{4625075C-63A8-4837-BE9A-34BBE081C942}"/>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F2C24C9-9E9F-4347-A3EB-CAB5524E68C6}"/>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General purpose bucket phù hợp với demo</a:t>
            </a:r>
          </a:p>
        </p:txBody>
      </p:sp>
      <p:sp>
        <p:nvSpPr>
          <p:cNvPr id="10" name="">
            <a:extLst xmlns:a="http://schemas.openxmlformats.org/drawingml/2006/main">
              <a:ext uri="{FF2B5EF4-FFF2-40B4-BE49-F238E27FC236}">
                <a16:creationId xmlns:a16="http://schemas.microsoft.com/office/drawing/2014/main" id="{51CA016F-FA33-49AD-BC7D-FB63D5125F19}"/>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1E09291-3882-425B-8D15-E3F1C4C92683}"/>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Quyền truy cập, Versioning và Lifecycle là cấu hình quan trọng</a:t>
            </a:r>
          </a:p>
        </p:txBody>
      </p:sp>
      <p:sp>
        <p:nvSpPr>
          <p:cNvPr id="12" name="">
            <a:extLst xmlns:a="http://schemas.openxmlformats.org/drawingml/2006/main">
              <a:ext uri="{FF2B5EF4-FFF2-40B4-BE49-F238E27FC236}">
                <a16:creationId xmlns:a16="http://schemas.microsoft.com/office/drawing/2014/main" id="{D2D02504-F875-4C48-B63A-DD856014E84C}"/>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C9D28171-19EC-4D5F-BA85-A39CE213D6C0}"/>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Một bucket có thể chứa nhiều object</a:t>
            </a:r>
          </a:p>
        </p:txBody>
      </p:sp>
    </p:spTree>
    <p:extLst>
      <p:ext uri="{BB962C8B-B14F-4D97-AF65-F5344CB8AC3E}">
        <p14:creationId xmlns:p14="http://schemas.microsoft.com/office/powerpoint/2010/main" val="2043273322"/>
      </p:ext>
    </p:extLst>
  </p:cSld>
</p:sld>
</file>

<file path=ppt/slides/slide10.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41E2555-D4C1-46F6-901B-63DB15BDD815}"/>
              </a:ext>
            </a:extLst>
          </p:cNvPr>
          <p:cNvPicPr>
            <a:picLocks xmlns:a="http://schemas.openxmlformats.org/drawingml/2006/main" noChangeAspect="1"/>
          </p:cNvPicPr>
          <p:nvPr/>
        </p:nvPicPr>
        <p:blipFill>
          <a:blip xmlns:r="http://schemas.openxmlformats.org/officeDocument/2006/relationships" xmlns:a="http://schemas.openxmlformats.org/drawingml/2006/main" r:embed="R51df27641d68459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D265E4D-827D-4986-9E99-E311878454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6CAC5F0A-7803-4E5C-A44D-C79A35F27EE6}"/>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Key và prefix</a:t>
            </a:r>
          </a:p>
        </p:txBody>
      </p:sp>
      <p:sp>
        <p:nvSpPr>
          <p:cNvPr id="4" name="">
            <a:extLst xmlns:a="http://schemas.openxmlformats.org/drawingml/2006/main">
              <a:ext uri="{FF2B5EF4-FFF2-40B4-BE49-F238E27FC236}">
                <a16:creationId xmlns:a16="http://schemas.microsoft.com/office/drawing/2014/main" id="{A4493DB8-CFB0-4423-8A44-9297BE624685}"/>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AC9DFB39-5314-494B-899F-4BC590C1BDDF}"/>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10 / 45</a:t>
            </a:r>
          </a:p>
        </p:txBody>
      </p:sp>
      <p:sp>
        <p:nvSpPr>
          <p:cNvPr id="6" name="">
            <a:extLst xmlns:a="http://schemas.openxmlformats.org/drawingml/2006/main">
              <a:ext uri="{FF2B5EF4-FFF2-40B4-BE49-F238E27FC236}">
                <a16:creationId xmlns:a16="http://schemas.microsoft.com/office/drawing/2014/main" id="{E1CEAE4A-B690-4F50-B0F6-0E1C91AF952C}"/>
              </a:ext>
            </a:extLst>
          </p:cNvPr>
          <p:cNvSpPr>
            <a:spLocks xmlns:a="http://schemas.openxmlformats.org/drawingml/2006/main" noGrp="1"/>
          </p:cNvSpPr>
          <p:nvPr/>
        </p:nvSpPr>
        <p:spPr>
          <a:xfrm xmlns:a="http://schemas.openxmlformats.org/drawingml/2006/main">
            <a:off x="762000" y="2247900"/>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00C7E5"/>
                </a:solidFill>
                <a:latin typeface="Arial"/>
                <a:ea typeface="Arial"/>
                <a:cs typeface="Arial"/>
              </a:defRPr>
            </a:defPPr>
            <a:lvl1pPr algn="l">
              <a:defRPr sz="4350" b="1">
                <a:solidFill>
                  <a:srgbClr val="00C7E5"/>
                </a:solidFill>
                <a:latin typeface="Arial"/>
                <a:ea typeface="Arial"/>
                <a:cs typeface="Arial"/>
              </a:defRPr>
            </a:lvl1pPr>
            <a:lvl2pPr algn="l">
              <a:defRPr sz="4350" b="1">
                <a:solidFill>
                  <a:srgbClr val="00C7E5"/>
                </a:solidFill>
                <a:latin typeface="Arial"/>
                <a:ea typeface="Arial"/>
                <a:cs typeface="Arial"/>
              </a:defRPr>
            </a:lvl2pPr>
            <a:lvl3pPr algn="l">
              <a:defRPr sz="4350" b="1">
                <a:solidFill>
                  <a:srgbClr val="00C7E5"/>
                </a:solidFill>
                <a:latin typeface="Arial"/>
                <a:ea typeface="Arial"/>
                <a:cs typeface="Arial"/>
              </a:defRPr>
            </a:lvl3pPr>
            <a:lvl4pPr algn="l">
              <a:defRPr sz="4350" b="1">
                <a:solidFill>
                  <a:srgbClr val="00C7E5"/>
                </a:solidFill>
                <a:latin typeface="Arial"/>
                <a:ea typeface="Arial"/>
                <a:cs typeface="Arial"/>
              </a:defRPr>
            </a:lvl4pPr>
            <a:lvl5pPr algn="l">
              <a:defRPr sz="4350" b="1">
                <a:solidFill>
                  <a:srgbClr val="00C7E5"/>
                </a:solidFill>
                <a:latin typeface="Arial"/>
                <a:ea typeface="Arial"/>
                <a:cs typeface="Arial"/>
              </a:defRPr>
            </a:lvl5pPr>
            <a:lvl6pPr algn="l">
              <a:defRPr sz="4350" b="1">
                <a:solidFill>
                  <a:srgbClr val="00C7E5"/>
                </a:solidFill>
                <a:latin typeface="Arial"/>
                <a:ea typeface="Arial"/>
                <a:cs typeface="Arial"/>
              </a:defRPr>
            </a:lvl6pPr>
            <a:lvl7pPr algn="l">
              <a:defRPr sz="4350" b="1">
                <a:solidFill>
                  <a:srgbClr val="00C7E5"/>
                </a:solidFill>
                <a:latin typeface="Arial"/>
                <a:ea typeface="Arial"/>
                <a:cs typeface="Arial"/>
              </a:defRPr>
            </a:lvl7pPr>
            <a:lvl8pPr algn="l">
              <a:defRPr sz="4350" b="1">
                <a:solidFill>
                  <a:srgbClr val="00C7E5"/>
                </a:solidFill>
                <a:latin typeface="Arial"/>
                <a:ea typeface="Arial"/>
                <a:cs typeface="Arial"/>
              </a:defRPr>
            </a:lvl8pPr>
            <a:lvl9pPr algn="l">
              <a:defRPr sz="4350" b="1">
                <a:solidFill>
                  <a:srgbClr val="00C7E5"/>
                </a:solidFill>
                <a:latin typeface="Arial"/>
                <a:ea typeface="Arial"/>
                <a:cs typeface="Arial"/>
              </a:defRPr>
            </a:lvl9pPr>
          </a:lstStyle>
          <a:p xmlns:a="http://schemas.openxmlformats.org/drawingml/2006/main">
            <a:pPr algn="l">
              <a:defRPr sz="4350" b="1">
                <a:solidFill>
                  <a:srgbClr val="00C7E5"/>
                </a:solidFill>
                <a:latin typeface="Arial"/>
                <a:ea typeface="Arial"/>
                <a:cs typeface="Arial"/>
              </a:defRPr>
            </a:pPr>
            <a:r>
              <a:rPr sz="4350" b="1">
                <a:solidFill>
                  <a:srgbClr val="00C7E5"/>
                </a:solidFill>
                <a:latin typeface="Arial"/>
                <a:ea typeface="Arial"/>
                <a:cs typeface="Arial"/>
              </a:rPr>
              <a:t>tai-lieu/ke-hoach.txt</a:t>
            </a:r>
          </a:p>
        </p:txBody>
      </p:sp>
      <p:sp>
        <p:nvSpPr>
          <p:cNvPr id="7" name="">
            <a:extLst xmlns:a="http://schemas.openxmlformats.org/drawingml/2006/main">
              <a:ext uri="{FF2B5EF4-FFF2-40B4-BE49-F238E27FC236}">
                <a16:creationId xmlns:a16="http://schemas.microsoft.com/office/drawing/2014/main" id="{F98892F4-A39F-4F35-851B-BBCBE2E989CD}"/>
              </a:ext>
            </a:extLst>
          </p:cNvPr>
          <p:cNvSpPr>
            <a:spLocks xmlns:a="http://schemas.openxmlformats.org/drawingml/2006/main" noGrp="1"/>
          </p:cNvSpPr>
          <p:nvPr/>
        </p:nvSpPr>
        <p:spPr>
          <a:xfrm xmlns:a="http://schemas.openxmlformats.org/drawingml/2006/main">
            <a:off x="762000" y="35528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9621C5B1-6EAE-4DD8-A5A6-242797308C07}"/>
              </a:ext>
            </a:extLst>
          </p:cNvPr>
          <p:cNvSpPr>
            <a:spLocks xmlns:a="http://schemas.openxmlformats.org/drawingml/2006/main" noGrp="1"/>
          </p:cNvSpPr>
          <p:nvPr/>
        </p:nvSpPr>
        <p:spPr>
          <a:xfrm xmlns:a="http://schemas.openxmlformats.org/drawingml/2006/main">
            <a:off x="1409700" y="3524250"/>
            <a:ext cx="99250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Dấu / giúp Console hiển thị dạng thư mục</a:t>
            </a:r>
          </a:p>
        </p:txBody>
      </p:sp>
      <p:sp>
        <p:nvSpPr>
          <p:cNvPr id="9" name="">
            <a:extLst xmlns:a="http://schemas.openxmlformats.org/drawingml/2006/main">
              <a:ext uri="{FF2B5EF4-FFF2-40B4-BE49-F238E27FC236}">
                <a16:creationId xmlns:a16="http://schemas.microsoft.com/office/drawing/2014/main" id="{A547E791-07DF-4689-B241-2E9E96FC09BE}"/>
              </a:ext>
            </a:extLst>
          </p:cNvPr>
          <p:cNvSpPr>
            <a:spLocks xmlns:a="http://schemas.openxmlformats.org/drawingml/2006/main" noGrp="1"/>
          </p:cNvSpPr>
          <p:nvPr/>
        </p:nvSpPr>
        <p:spPr>
          <a:xfrm xmlns:a="http://schemas.openxmlformats.org/drawingml/2006/main">
            <a:off x="762000" y="4333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E0AD7160-304A-4BCF-B41B-6DF198E8FBF4}"/>
              </a:ext>
            </a:extLst>
          </p:cNvPr>
          <p:cNvSpPr>
            <a:spLocks xmlns:a="http://schemas.openxmlformats.org/drawingml/2006/main" noGrp="1"/>
          </p:cNvSpPr>
          <p:nvPr/>
        </p:nvSpPr>
        <p:spPr>
          <a:xfrm xmlns:a="http://schemas.openxmlformats.org/drawingml/2006/main">
            <a:off x="1409700" y="4305300"/>
            <a:ext cx="99250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Prefix gom các key có cùng phần đầu</a:t>
            </a:r>
          </a:p>
        </p:txBody>
      </p:sp>
      <p:sp>
        <p:nvSpPr>
          <p:cNvPr id="11" name="">
            <a:extLst xmlns:a="http://schemas.openxmlformats.org/drawingml/2006/main">
              <a:ext uri="{FF2B5EF4-FFF2-40B4-BE49-F238E27FC236}">
                <a16:creationId xmlns:a16="http://schemas.microsoft.com/office/drawing/2014/main" id="{3D3F794D-C009-4660-9FDB-E69B1BB748B1}"/>
              </a:ext>
            </a:extLst>
          </p:cNvPr>
          <p:cNvSpPr>
            <a:spLocks xmlns:a="http://schemas.openxmlformats.org/drawingml/2006/main" noGrp="1"/>
          </p:cNvSpPr>
          <p:nvPr/>
        </p:nvSpPr>
        <p:spPr>
          <a:xfrm xmlns:a="http://schemas.openxmlformats.org/drawingml/2006/main">
            <a:off x="762000" y="51149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AC5E411B-055F-4A11-9CE5-4F5C5A498ACA}"/>
              </a:ext>
            </a:extLst>
          </p:cNvPr>
          <p:cNvSpPr>
            <a:spLocks xmlns:a="http://schemas.openxmlformats.org/drawingml/2006/main" noGrp="1"/>
          </p:cNvSpPr>
          <p:nvPr/>
        </p:nvSpPr>
        <p:spPr>
          <a:xfrm xmlns:a="http://schemas.openxmlformats.org/drawingml/2006/main">
            <a:off x="1409700" y="5086350"/>
            <a:ext cx="99250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Demo dùng key gốc ke-hoach-nhom.txt</a:t>
            </a:r>
          </a:p>
        </p:txBody>
      </p:sp>
    </p:spTree>
    <p:extLst>
      <p:ext uri="{BB962C8B-B14F-4D97-AF65-F5344CB8AC3E}">
        <p14:creationId xmlns:p14="http://schemas.microsoft.com/office/powerpoint/2010/main" val="739325515"/>
      </p:ext>
    </p:extLst>
  </p:cSld>
</p:sld>
</file>

<file path=ppt/slides/slide11.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185AD7E-DD2D-412A-8CCC-9E996C946A63}"/>
              </a:ext>
            </a:extLst>
          </p:cNvPr>
          <p:cNvPicPr>
            <a:picLocks xmlns:a="http://schemas.openxmlformats.org/drawingml/2006/main" noChangeAspect="1"/>
          </p:cNvPicPr>
          <p:nvPr/>
        </p:nvPicPr>
        <p:blipFill>
          <a:blip xmlns:r="http://schemas.openxmlformats.org/officeDocument/2006/relationships" xmlns:a="http://schemas.openxmlformats.org/drawingml/2006/main" r:embed="R70a5139abb8a4de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C5DE6B-78F9-4D2D-AA1C-F5837B877B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4F55F78B-F622-46D7-A8FE-37EBD01D7B8C}"/>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Metadata và object tags</a:t>
            </a:r>
          </a:p>
        </p:txBody>
      </p:sp>
      <p:sp>
        <p:nvSpPr>
          <p:cNvPr id="4" name="">
            <a:extLst xmlns:a="http://schemas.openxmlformats.org/drawingml/2006/main">
              <a:ext uri="{FF2B5EF4-FFF2-40B4-BE49-F238E27FC236}">
                <a16:creationId xmlns:a16="http://schemas.microsoft.com/office/drawing/2014/main" id="{7441C4CB-D129-41F6-BF1B-F0E84B058E0B}"/>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A5D200A0-5FA4-461D-A764-8E5B62CBF4FC}"/>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11 / 45</a:t>
            </a:r>
          </a:p>
        </p:txBody>
      </p:sp>
      <p:sp>
        <p:nvSpPr>
          <p:cNvPr id="6" name="">
            <a:extLst xmlns:a="http://schemas.openxmlformats.org/drawingml/2006/main">
              <a:ext uri="{FF2B5EF4-FFF2-40B4-BE49-F238E27FC236}">
                <a16:creationId xmlns:a16="http://schemas.microsoft.com/office/drawing/2014/main" id="{46C927C7-BAB1-4B0F-883F-1AF420CB8CD6}"/>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9A5C2D5-2F0B-4788-9866-4A8DE726F951}"/>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Metadata: Content-Type và thông tin mô tả khác</a:t>
            </a:r>
          </a:p>
        </p:txBody>
      </p:sp>
      <p:sp>
        <p:nvSpPr>
          <p:cNvPr id="8" name="">
            <a:extLst xmlns:a="http://schemas.openxmlformats.org/drawingml/2006/main">
              <a:ext uri="{FF2B5EF4-FFF2-40B4-BE49-F238E27FC236}">
                <a16:creationId xmlns:a16="http://schemas.microsoft.com/office/drawing/2014/main" id="{64E16407-F85C-4B14-BFF0-F9298D1B9437}"/>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D1CB4E5-2926-4677-92B3-147F36CBAA8E}"/>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Metadata do hệ thống hoặc người dùng cung cấp</a:t>
            </a:r>
          </a:p>
        </p:txBody>
      </p:sp>
      <p:sp>
        <p:nvSpPr>
          <p:cNvPr id="10" name="">
            <a:extLst xmlns:a="http://schemas.openxmlformats.org/drawingml/2006/main">
              <a:ext uri="{FF2B5EF4-FFF2-40B4-BE49-F238E27FC236}">
                <a16:creationId xmlns:a16="http://schemas.microsoft.com/office/drawing/2014/main" id="{DB22610A-C440-4651-9A5C-3C40B59E8206}"/>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717FF1C-657F-4E52-830B-995851783A62}"/>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Tags: các cặp key–value dùng phân loại object</a:t>
            </a:r>
          </a:p>
        </p:txBody>
      </p:sp>
      <p:sp>
        <p:nvSpPr>
          <p:cNvPr id="12" name="">
            <a:extLst xmlns:a="http://schemas.openxmlformats.org/drawingml/2006/main">
              <a:ext uri="{FF2B5EF4-FFF2-40B4-BE49-F238E27FC236}">
                <a16:creationId xmlns:a16="http://schemas.microsoft.com/office/drawing/2014/main" id="{52E47343-272F-494B-BD95-23D2F8765EB3}"/>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37136A84-EA2C-4882-9A6F-05F801C4BC61}"/>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Tags và metadata là hai cơ chế khác nhau</a:t>
            </a:r>
          </a:p>
        </p:txBody>
      </p:sp>
    </p:spTree>
    <p:extLst>
      <p:ext uri="{BB962C8B-B14F-4D97-AF65-F5344CB8AC3E}">
        <p14:creationId xmlns:p14="http://schemas.microsoft.com/office/powerpoint/2010/main" val="1250629438"/>
      </p:ext>
    </p:extLst>
  </p:cSld>
</p:sld>
</file>

<file path=ppt/slides/slide12.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09763D4-5C54-477B-BBBA-0086156DB554}"/>
              </a:ext>
            </a:extLst>
          </p:cNvPr>
          <p:cNvPicPr>
            <a:picLocks xmlns:a="http://schemas.openxmlformats.org/drawingml/2006/main" noChangeAspect="1"/>
          </p:cNvPicPr>
          <p:nvPr/>
        </p:nvPicPr>
        <p:blipFill>
          <a:blip xmlns:r="http://schemas.openxmlformats.org/officeDocument/2006/relationships" xmlns:a="http://schemas.openxmlformats.org/drawingml/2006/main" r:embed="Ra8911079595c43b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86FA1D-23C6-48B4-B559-1BC6DBD02A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18EFF41F-64B8-4EF7-95C5-7E1C396435CA}"/>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Region và Availability Zone</a:t>
            </a:r>
          </a:p>
        </p:txBody>
      </p:sp>
      <p:sp>
        <p:nvSpPr>
          <p:cNvPr id="4" name="">
            <a:extLst xmlns:a="http://schemas.openxmlformats.org/drawingml/2006/main">
              <a:ext uri="{FF2B5EF4-FFF2-40B4-BE49-F238E27FC236}">
                <a16:creationId xmlns:a16="http://schemas.microsoft.com/office/drawing/2014/main" id="{797FEF4B-5F46-43C1-AB09-E7E1A49D98F0}"/>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BAF48625-E79A-49F7-A0D7-B96C9A20DC80}"/>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12 / 45</a:t>
            </a:r>
          </a:p>
        </p:txBody>
      </p:sp>
      <p:sp>
        <p:nvSpPr>
          <p:cNvPr id="6" name="">
            <a:extLst xmlns:a="http://schemas.openxmlformats.org/drawingml/2006/main">
              <a:ext uri="{FF2B5EF4-FFF2-40B4-BE49-F238E27FC236}">
                <a16:creationId xmlns:a16="http://schemas.microsoft.com/office/drawing/2014/main" id="{2B86F0B4-A562-4AF3-9FB9-99315E1202F4}"/>
              </a:ext>
            </a:extLst>
          </p:cNvPr>
          <p:cNvSpPr>
            <a:spLocks xmlns:a="http://schemas.openxmlformats.org/drawingml/2006/main" noGrp="1"/>
          </p:cNvSpPr>
          <p:nvPr/>
        </p:nvSpPr>
        <p:spPr>
          <a:xfrm xmlns:a="http://schemas.openxmlformats.org/drawingml/2006/main">
            <a:off x="762000" y="2495550"/>
            <a:ext cx="3143250" cy="9525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461017DB-66EF-43C0-BB7D-F4212AD81F4E}"/>
              </a:ext>
            </a:extLst>
          </p:cNvPr>
          <p:cNvSpPr>
            <a:spLocks xmlns:a="http://schemas.openxmlformats.org/drawingml/2006/main" noGrp="1"/>
          </p:cNvSpPr>
          <p:nvPr/>
        </p:nvSpPr>
        <p:spPr>
          <a:xfrm xmlns:a="http://schemas.openxmlformats.org/drawingml/2006/main">
            <a:off x="895350" y="26860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AZ 1</a:t>
            </a:r>
          </a:p>
        </p:txBody>
      </p:sp>
      <p:sp>
        <p:nvSpPr>
          <p:cNvPr id="8" name="">
            <a:extLst xmlns:a="http://schemas.openxmlformats.org/drawingml/2006/main">
              <a:ext uri="{FF2B5EF4-FFF2-40B4-BE49-F238E27FC236}">
                <a16:creationId xmlns:a16="http://schemas.microsoft.com/office/drawing/2014/main" id="{FBE30B59-F545-4ED9-B5D7-3EA0A4301AE9}"/>
              </a:ext>
            </a:extLst>
          </p:cNvPr>
          <p:cNvSpPr>
            <a:spLocks xmlns:a="http://schemas.openxmlformats.org/drawingml/2006/main" noGrp="1"/>
          </p:cNvSpPr>
          <p:nvPr/>
        </p:nvSpPr>
        <p:spPr>
          <a:xfrm xmlns:a="http://schemas.openxmlformats.org/drawingml/2006/main">
            <a:off x="4524375" y="2495550"/>
            <a:ext cx="3143250" cy="9525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4D4426D8-5E6E-4410-95E8-54CDCA20C50F}"/>
              </a:ext>
            </a:extLst>
          </p:cNvPr>
          <p:cNvSpPr>
            <a:spLocks xmlns:a="http://schemas.openxmlformats.org/drawingml/2006/main" noGrp="1"/>
          </p:cNvSpPr>
          <p:nvPr/>
        </p:nvSpPr>
        <p:spPr>
          <a:xfrm xmlns:a="http://schemas.openxmlformats.org/drawingml/2006/main">
            <a:off x="4657725" y="26860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AZ 2</a:t>
            </a:r>
          </a:p>
        </p:txBody>
      </p:sp>
      <p:sp>
        <p:nvSpPr>
          <p:cNvPr id="10" name="">
            <a:extLst xmlns:a="http://schemas.openxmlformats.org/drawingml/2006/main">
              <a:ext uri="{FF2B5EF4-FFF2-40B4-BE49-F238E27FC236}">
                <a16:creationId xmlns:a16="http://schemas.microsoft.com/office/drawing/2014/main" id="{EC28EE2E-1F0D-495C-A2D4-DBDD4DB7A635}"/>
              </a:ext>
            </a:extLst>
          </p:cNvPr>
          <p:cNvSpPr>
            <a:spLocks xmlns:a="http://schemas.openxmlformats.org/drawingml/2006/main" noGrp="1"/>
          </p:cNvSpPr>
          <p:nvPr/>
        </p:nvSpPr>
        <p:spPr>
          <a:xfrm xmlns:a="http://schemas.openxmlformats.org/drawingml/2006/main">
            <a:off x="8286750" y="2495550"/>
            <a:ext cx="3143250" cy="95250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1" name="">
            <a:extLst xmlns:a="http://schemas.openxmlformats.org/drawingml/2006/main">
              <a:ext uri="{FF2B5EF4-FFF2-40B4-BE49-F238E27FC236}">
                <a16:creationId xmlns:a16="http://schemas.microsoft.com/office/drawing/2014/main" id="{736D7658-FAEE-4EBB-91AE-CF57457DAF79}"/>
              </a:ext>
            </a:extLst>
          </p:cNvPr>
          <p:cNvSpPr>
            <a:spLocks xmlns:a="http://schemas.openxmlformats.org/drawingml/2006/main" noGrp="1"/>
          </p:cNvSpPr>
          <p:nvPr/>
        </p:nvSpPr>
        <p:spPr>
          <a:xfrm xmlns:a="http://schemas.openxmlformats.org/drawingml/2006/main">
            <a:off x="8420100" y="26860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AZ 3</a:t>
            </a:r>
          </a:p>
        </p:txBody>
      </p:sp>
      <p:sp>
        <p:nvSpPr>
          <p:cNvPr id="12" name="">
            <a:extLst xmlns:a="http://schemas.openxmlformats.org/drawingml/2006/main">
              <a:ext uri="{FF2B5EF4-FFF2-40B4-BE49-F238E27FC236}">
                <a16:creationId xmlns:a16="http://schemas.microsoft.com/office/drawing/2014/main" id="{2FE93377-B43B-4081-BEFB-C0C0AFB745A1}"/>
              </a:ext>
            </a:extLst>
          </p:cNvPr>
          <p:cNvSpPr>
            <a:spLocks xmlns:a="http://schemas.openxmlformats.org/drawingml/2006/main" noGrp="1"/>
          </p:cNvSpPr>
          <p:nvPr/>
        </p:nvSpPr>
        <p:spPr>
          <a:xfrm xmlns:a="http://schemas.openxmlformats.org/drawingml/2006/main">
            <a:off x="781050" y="376237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00C7E5"/>
                </a:solidFill>
                <a:latin typeface="Arial"/>
                <a:ea typeface="Arial"/>
                <a:cs typeface="Arial"/>
              </a:defRPr>
            </a:defPPr>
            <a:lvl1pPr algn="l">
              <a:defRPr sz="2850" b="1">
                <a:solidFill>
                  <a:srgbClr val="00C7E5"/>
                </a:solidFill>
                <a:latin typeface="Arial"/>
                <a:ea typeface="Arial"/>
                <a:cs typeface="Arial"/>
              </a:defRPr>
            </a:lvl1pPr>
            <a:lvl2pPr algn="l">
              <a:defRPr sz="2850" b="1">
                <a:solidFill>
                  <a:srgbClr val="00C7E5"/>
                </a:solidFill>
                <a:latin typeface="Arial"/>
                <a:ea typeface="Arial"/>
                <a:cs typeface="Arial"/>
              </a:defRPr>
            </a:lvl2pPr>
            <a:lvl3pPr algn="l">
              <a:defRPr sz="2850" b="1">
                <a:solidFill>
                  <a:srgbClr val="00C7E5"/>
                </a:solidFill>
                <a:latin typeface="Arial"/>
                <a:ea typeface="Arial"/>
                <a:cs typeface="Arial"/>
              </a:defRPr>
            </a:lvl3pPr>
            <a:lvl4pPr algn="l">
              <a:defRPr sz="2850" b="1">
                <a:solidFill>
                  <a:srgbClr val="00C7E5"/>
                </a:solidFill>
                <a:latin typeface="Arial"/>
                <a:ea typeface="Arial"/>
                <a:cs typeface="Arial"/>
              </a:defRPr>
            </a:lvl4pPr>
            <a:lvl5pPr algn="l">
              <a:defRPr sz="2850" b="1">
                <a:solidFill>
                  <a:srgbClr val="00C7E5"/>
                </a:solidFill>
                <a:latin typeface="Arial"/>
                <a:ea typeface="Arial"/>
                <a:cs typeface="Arial"/>
              </a:defRPr>
            </a:lvl5pPr>
            <a:lvl6pPr algn="l">
              <a:defRPr sz="2850" b="1">
                <a:solidFill>
                  <a:srgbClr val="00C7E5"/>
                </a:solidFill>
                <a:latin typeface="Arial"/>
                <a:ea typeface="Arial"/>
                <a:cs typeface="Arial"/>
              </a:defRPr>
            </a:lvl6pPr>
            <a:lvl7pPr algn="l">
              <a:defRPr sz="2850" b="1">
                <a:solidFill>
                  <a:srgbClr val="00C7E5"/>
                </a:solidFill>
                <a:latin typeface="Arial"/>
                <a:ea typeface="Arial"/>
                <a:cs typeface="Arial"/>
              </a:defRPr>
            </a:lvl7pPr>
            <a:lvl8pPr algn="l">
              <a:defRPr sz="2850" b="1">
                <a:solidFill>
                  <a:srgbClr val="00C7E5"/>
                </a:solidFill>
                <a:latin typeface="Arial"/>
                <a:ea typeface="Arial"/>
                <a:cs typeface="Arial"/>
              </a:defRPr>
            </a:lvl8pPr>
            <a:lvl9pPr algn="l">
              <a:defRPr sz="2850" b="1">
                <a:solidFill>
                  <a:srgbClr val="00C7E5"/>
                </a:solidFill>
                <a:latin typeface="Arial"/>
                <a:ea typeface="Arial"/>
                <a:cs typeface="Arial"/>
              </a:defRPr>
            </a:lvl9pPr>
          </a:lstStyle>
          <a:p xmlns:a="http://schemas.openxmlformats.org/drawingml/2006/main">
            <a:pPr algn="l">
              <a:defRPr sz="2850" b="1">
                <a:solidFill>
                  <a:srgbClr val="00C7E5"/>
                </a:solidFill>
                <a:latin typeface="Arial"/>
                <a:ea typeface="Arial"/>
                <a:cs typeface="Arial"/>
              </a:defRPr>
            </a:pPr>
            <a:r>
              <a:rPr sz="2850" b="1">
                <a:solidFill>
                  <a:srgbClr val="00C7E5"/>
                </a:solidFill>
                <a:latin typeface="Arial"/>
                <a:ea typeface="Arial"/>
                <a:cs typeface="Arial"/>
              </a:rPr>
              <a:t>S3 Standard lưu dữ liệu trên ít nhất ba AZ</a:t>
            </a:r>
          </a:p>
        </p:txBody>
      </p:sp>
      <p:sp>
        <p:nvSpPr>
          <p:cNvPr id="13" name="">
            <a:extLst xmlns:a="http://schemas.openxmlformats.org/drawingml/2006/main">
              <a:ext uri="{FF2B5EF4-FFF2-40B4-BE49-F238E27FC236}">
                <a16:creationId xmlns:a16="http://schemas.microsoft.com/office/drawing/2014/main" id="{4001577C-DFAF-4E1A-9A84-BE24B819BCB6}"/>
              </a:ext>
            </a:extLst>
          </p:cNvPr>
          <p:cNvSpPr>
            <a:spLocks xmlns:a="http://schemas.openxmlformats.org/drawingml/2006/main" noGrp="1"/>
          </p:cNvSpPr>
          <p:nvPr/>
        </p:nvSpPr>
        <p:spPr>
          <a:xfrm xmlns:a="http://schemas.openxmlformats.org/drawingml/2006/main">
            <a:off x="781050" y="469582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Demo: Sydney (ap-southeast-2)</a:t>
            </a:r>
          </a:p>
        </p:txBody>
      </p:sp>
      <p:sp>
        <p:nvSpPr>
          <p:cNvPr id="14" name="">
            <a:extLst xmlns:a="http://schemas.openxmlformats.org/drawingml/2006/main">
              <a:ext uri="{FF2B5EF4-FFF2-40B4-BE49-F238E27FC236}">
                <a16:creationId xmlns:a16="http://schemas.microsoft.com/office/drawing/2014/main" id="{A95B0B36-7124-4E38-ADA9-7A5970F020D2}"/>
              </a:ext>
            </a:extLst>
          </p:cNvPr>
          <p:cNvSpPr>
            <a:spLocks xmlns:a="http://schemas.openxmlformats.org/drawingml/2006/main" noGrp="1"/>
          </p:cNvSpPr>
          <p:nvPr/>
        </p:nvSpPr>
        <p:spPr>
          <a:xfrm xmlns:a="http://schemas.openxmlformats.org/drawingml/2006/main">
            <a:off x="781050" y="551497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A8BFCE"/>
                </a:solidFill>
                <a:latin typeface="Arial"/>
                <a:ea typeface="Arial"/>
                <a:cs typeface="Arial"/>
              </a:defRPr>
            </a:defPPr>
            <a:lvl1pPr algn="l">
              <a:defRPr sz="2325" b="0">
                <a:solidFill>
                  <a:srgbClr val="A8BFCE"/>
                </a:solidFill>
                <a:latin typeface="Arial"/>
                <a:ea typeface="Arial"/>
                <a:cs typeface="Arial"/>
              </a:defRPr>
            </a:lvl1pPr>
            <a:lvl2pPr algn="l">
              <a:defRPr sz="2325" b="0">
                <a:solidFill>
                  <a:srgbClr val="A8BFCE"/>
                </a:solidFill>
                <a:latin typeface="Arial"/>
                <a:ea typeface="Arial"/>
                <a:cs typeface="Arial"/>
              </a:defRPr>
            </a:lvl2pPr>
            <a:lvl3pPr algn="l">
              <a:defRPr sz="2325" b="0">
                <a:solidFill>
                  <a:srgbClr val="A8BFCE"/>
                </a:solidFill>
                <a:latin typeface="Arial"/>
                <a:ea typeface="Arial"/>
                <a:cs typeface="Arial"/>
              </a:defRPr>
            </a:lvl3pPr>
            <a:lvl4pPr algn="l">
              <a:defRPr sz="2325" b="0">
                <a:solidFill>
                  <a:srgbClr val="A8BFCE"/>
                </a:solidFill>
                <a:latin typeface="Arial"/>
                <a:ea typeface="Arial"/>
                <a:cs typeface="Arial"/>
              </a:defRPr>
            </a:lvl4pPr>
            <a:lvl5pPr algn="l">
              <a:defRPr sz="2325" b="0">
                <a:solidFill>
                  <a:srgbClr val="A8BFCE"/>
                </a:solidFill>
                <a:latin typeface="Arial"/>
                <a:ea typeface="Arial"/>
                <a:cs typeface="Arial"/>
              </a:defRPr>
            </a:lvl5pPr>
            <a:lvl6pPr algn="l">
              <a:defRPr sz="2325" b="0">
                <a:solidFill>
                  <a:srgbClr val="A8BFCE"/>
                </a:solidFill>
                <a:latin typeface="Arial"/>
                <a:ea typeface="Arial"/>
                <a:cs typeface="Arial"/>
              </a:defRPr>
            </a:lvl6pPr>
            <a:lvl7pPr algn="l">
              <a:defRPr sz="2325" b="0">
                <a:solidFill>
                  <a:srgbClr val="A8BFCE"/>
                </a:solidFill>
                <a:latin typeface="Arial"/>
                <a:ea typeface="Arial"/>
                <a:cs typeface="Arial"/>
              </a:defRPr>
            </a:lvl7pPr>
            <a:lvl8pPr algn="l">
              <a:defRPr sz="2325" b="0">
                <a:solidFill>
                  <a:srgbClr val="A8BFCE"/>
                </a:solidFill>
                <a:latin typeface="Arial"/>
                <a:ea typeface="Arial"/>
                <a:cs typeface="Arial"/>
              </a:defRPr>
            </a:lvl8pPr>
            <a:lvl9pPr algn="l">
              <a:defRPr sz="2325" b="0">
                <a:solidFill>
                  <a:srgbClr val="A8BFCE"/>
                </a:solidFill>
                <a:latin typeface="Arial"/>
                <a:ea typeface="Arial"/>
                <a:cs typeface="Arial"/>
              </a:defRPr>
            </a:lvl9pPr>
          </a:lstStyle>
          <a:p xmlns:a="http://schemas.openxmlformats.org/drawingml/2006/main">
            <a:pPr algn="l">
              <a:defRPr sz="2325" b="0">
                <a:solidFill>
                  <a:srgbClr val="A8BFCE"/>
                </a:solidFill>
                <a:latin typeface="Arial"/>
                <a:ea typeface="Arial"/>
                <a:cs typeface="Arial"/>
              </a:defRPr>
            </a:pPr>
            <a:r>
              <a:rPr sz="2325" b="0">
                <a:solidFill>
                  <a:srgbClr val="A8BFCE"/>
                </a:solidFill>
                <a:latin typeface="Arial"/>
                <a:ea typeface="Arial"/>
                <a:cs typeface="Arial"/>
              </a:rPr>
              <a:t>AZ: một hoặc nhiều trung tâm dữ liệu tách biệt</a:t>
            </a:r>
          </a:p>
        </p:txBody>
      </p:sp>
    </p:spTree>
    <p:extLst>
      <p:ext uri="{BB962C8B-B14F-4D97-AF65-F5344CB8AC3E}">
        <p14:creationId xmlns:p14="http://schemas.microsoft.com/office/powerpoint/2010/main" val="410630397"/>
      </p:ext>
    </p:extLst>
  </p:cSld>
</p:sld>
</file>

<file path=ppt/slides/slide13.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A0AB8B5-F88D-4214-BC85-3FE9E3EEF3E3}"/>
              </a:ext>
            </a:extLst>
          </p:cNvPr>
          <p:cNvPicPr>
            <a:picLocks xmlns:a="http://schemas.openxmlformats.org/drawingml/2006/main" noChangeAspect="1"/>
          </p:cNvPicPr>
          <p:nvPr/>
        </p:nvPicPr>
        <p:blipFill>
          <a:blip xmlns:r="http://schemas.openxmlformats.org/officeDocument/2006/relationships" xmlns:a="http://schemas.openxmlformats.org/drawingml/2006/main" r:embed="Re1cf373badc5400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16FC41-1F12-4925-BB9A-83B5FDC5D9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74AE79D9-DB82-4EEF-B9E2-FBFC0EB88AD4}"/>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Bốn thao tác với object</a:t>
            </a:r>
          </a:p>
        </p:txBody>
      </p:sp>
      <p:sp>
        <p:nvSpPr>
          <p:cNvPr id="4" name="">
            <a:extLst xmlns:a="http://schemas.openxmlformats.org/drawingml/2006/main">
              <a:ext uri="{FF2B5EF4-FFF2-40B4-BE49-F238E27FC236}">
                <a16:creationId xmlns:a16="http://schemas.microsoft.com/office/drawing/2014/main" id="{B31488F6-2907-4675-9C5A-3AF425289A6B}"/>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B7C6E436-463B-4B12-88B8-DE1F1144969C}"/>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13 / 45</a:t>
            </a:r>
          </a:p>
        </p:txBody>
      </p:sp>
      <p:sp>
        <p:nvSpPr>
          <p:cNvPr id="6" name="">
            <a:extLst xmlns:a="http://schemas.openxmlformats.org/drawingml/2006/main">
              <a:ext uri="{FF2B5EF4-FFF2-40B4-BE49-F238E27FC236}">
                <a16:creationId xmlns:a16="http://schemas.microsoft.com/office/drawing/2014/main" id="{20CDBBC8-5044-4FF6-9FDD-3DC57538A516}"/>
              </a:ext>
            </a:extLst>
          </p:cNvPr>
          <p:cNvSpPr>
            <a:spLocks xmlns:a="http://schemas.openxmlformats.org/drawingml/2006/main" noGrp="1"/>
          </p:cNvSpPr>
          <p:nvPr/>
        </p:nvSpPr>
        <p:spPr>
          <a:xfrm xmlns:a="http://schemas.openxmlformats.org/drawingml/2006/main">
            <a:off x="762000" y="2200275"/>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00C7E5"/>
                </a:solidFill>
                <a:latin typeface="Arial"/>
                <a:ea typeface="Arial"/>
                <a:cs typeface="Arial"/>
              </a:defRPr>
            </a:defPPr>
            <a:lvl1pPr algn="l">
              <a:defRPr sz="3375" b="1">
                <a:solidFill>
                  <a:srgbClr val="00C7E5"/>
                </a:solidFill>
                <a:latin typeface="Arial"/>
                <a:ea typeface="Arial"/>
                <a:cs typeface="Arial"/>
              </a:defRPr>
            </a:lvl1pPr>
            <a:lvl2pPr algn="l">
              <a:defRPr sz="3375" b="1">
                <a:solidFill>
                  <a:srgbClr val="00C7E5"/>
                </a:solidFill>
                <a:latin typeface="Arial"/>
                <a:ea typeface="Arial"/>
                <a:cs typeface="Arial"/>
              </a:defRPr>
            </a:lvl2pPr>
            <a:lvl3pPr algn="l">
              <a:defRPr sz="3375" b="1">
                <a:solidFill>
                  <a:srgbClr val="00C7E5"/>
                </a:solidFill>
                <a:latin typeface="Arial"/>
                <a:ea typeface="Arial"/>
                <a:cs typeface="Arial"/>
              </a:defRPr>
            </a:lvl3pPr>
            <a:lvl4pPr algn="l">
              <a:defRPr sz="3375" b="1">
                <a:solidFill>
                  <a:srgbClr val="00C7E5"/>
                </a:solidFill>
                <a:latin typeface="Arial"/>
                <a:ea typeface="Arial"/>
                <a:cs typeface="Arial"/>
              </a:defRPr>
            </a:lvl4pPr>
            <a:lvl5pPr algn="l">
              <a:defRPr sz="3375" b="1">
                <a:solidFill>
                  <a:srgbClr val="00C7E5"/>
                </a:solidFill>
                <a:latin typeface="Arial"/>
                <a:ea typeface="Arial"/>
                <a:cs typeface="Arial"/>
              </a:defRPr>
            </a:lvl5pPr>
            <a:lvl6pPr algn="l">
              <a:defRPr sz="3375" b="1">
                <a:solidFill>
                  <a:srgbClr val="00C7E5"/>
                </a:solidFill>
                <a:latin typeface="Arial"/>
                <a:ea typeface="Arial"/>
                <a:cs typeface="Arial"/>
              </a:defRPr>
            </a:lvl6pPr>
            <a:lvl7pPr algn="l">
              <a:defRPr sz="3375" b="1">
                <a:solidFill>
                  <a:srgbClr val="00C7E5"/>
                </a:solidFill>
                <a:latin typeface="Arial"/>
                <a:ea typeface="Arial"/>
                <a:cs typeface="Arial"/>
              </a:defRPr>
            </a:lvl7pPr>
            <a:lvl8pPr algn="l">
              <a:defRPr sz="3375" b="1">
                <a:solidFill>
                  <a:srgbClr val="00C7E5"/>
                </a:solidFill>
                <a:latin typeface="Arial"/>
                <a:ea typeface="Arial"/>
                <a:cs typeface="Arial"/>
              </a:defRPr>
            </a:lvl8pPr>
            <a:lvl9pPr algn="l">
              <a:defRPr sz="3375" b="1">
                <a:solidFill>
                  <a:srgbClr val="00C7E5"/>
                </a:solidFill>
                <a:latin typeface="Arial"/>
                <a:ea typeface="Arial"/>
                <a:cs typeface="Arial"/>
              </a:defRPr>
            </a:lvl9pPr>
          </a:lstStyle>
          <a:p xmlns:a="http://schemas.openxmlformats.org/drawingml/2006/main">
            <a:pPr algn="l">
              <a:defRPr sz="3375" b="1">
                <a:solidFill>
                  <a:srgbClr val="00C7E5"/>
                </a:solidFill>
                <a:latin typeface="Arial"/>
                <a:ea typeface="Arial"/>
                <a:cs typeface="Arial"/>
              </a:defRPr>
            </a:pPr>
            <a:r>
              <a:rPr sz="3375" b="1">
                <a:solidFill>
                  <a:srgbClr val="00C7E5"/>
                </a:solidFill>
                <a:latin typeface="Arial"/>
                <a:ea typeface="Arial"/>
                <a:cs typeface="Arial"/>
              </a:rPr>
              <a:t>PUT</a:t>
            </a:r>
          </a:p>
        </p:txBody>
      </p:sp>
      <p:sp>
        <p:nvSpPr>
          <p:cNvPr id="7" name="">
            <a:extLst xmlns:a="http://schemas.openxmlformats.org/drawingml/2006/main">
              <a:ext uri="{FF2B5EF4-FFF2-40B4-BE49-F238E27FC236}">
                <a16:creationId xmlns:a16="http://schemas.microsoft.com/office/drawing/2014/main" id="{3DED2526-8D73-457A-B3A3-48FF5E8DB222}"/>
              </a:ext>
            </a:extLst>
          </p:cNvPr>
          <p:cNvSpPr>
            <a:spLocks xmlns:a="http://schemas.openxmlformats.org/drawingml/2006/main" noGrp="1"/>
          </p:cNvSpPr>
          <p:nvPr/>
        </p:nvSpPr>
        <p:spPr>
          <a:xfrm xmlns:a="http://schemas.openxmlformats.org/drawingml/2006/main">
            <a:off x="3238500" y="2257425"/>
            <a:ext cx="8143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ghi object</a:t>
            </a:r>
          </a:p>
        </p:txBody>
      </p:sp>
      <p:sp>
        <p:nvSpPr>
          <p:cNvPr id="8" name="">
            <a:extLst xmlns:a="http://schemas.openxmlformats.org/drawingml/2006/main">
              <a:ext uri="{FF2B5EF4-FFF2-40B4-BE49-F238E27FC236}">
                <a16:creationId xmlns:a16="http://schemas.microsoft.com/office/drawing/2014/main" id="{24E7A92B-8301-473A-BE69-D3A15E386C97}"/>
              </a:ext>
            </a:extLst>
          </p:cNvPr>
          <p:cNvSpPr>
            <a:spLocks xmlns:a="http://schemas.openxmlformats.org/drawingml/2006/main" noGrp="1"/>
          </p:cNvSpPr>
          <p:nvPr/>
        </p:nvSpPr>
        <p:spPr>
          <a:xfrm xmlns:a="http://schemas.openxmlformats.org/drawingml/2006/main">
            <a:off x="762000" y="2962275"/>
            <a:ext cx="10572750" cy="9525"/>
          </a:xfrm>
          <a:prstGeom xmlns:a="http://schemas.openxmlformats.org/drawingml/2006/main" prst="rect">
            <a:avLst/>
          </a:prstGeom>
          <a:solidFill xmlns:a="http://schemas.openxmlformats.org/drawingml/2006/main">
            <a:srgbClr val="284B6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9C2A4F0-2158-492F-9749-F970AC78A82F}"/>
              </a:ext>
            </a:extLst>
          </p:cNvPr>
          <p:cNvSpPr>
            <a:spLocks xmlns:a="http://schemas.openxmlformats.org/drawingml/2006/main" noGrp="1"/>
          </p:cNvSpPr>
          <p:nvPr/>
        </p:nvSpPr>
        <p:spPr>
          <a:xfrm xmlns:a="http://schemas.openxmlformats.org/drawingml/2006/main">
            <a:off x="762000" y="3095625"/>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FFAC58"/>
                </a:solidFill>
                <a:latin typeface="Arial"/>
                <a:ea typeface="Arial"/>
                <a:cs typeface="Arial"/>
              </a:defRPr>
            </a:defPPr>
            <a:lvl1pPr algn="l">
              <a:defRPr sz="3375" b="1">
                <a:solidFill>
                  <a:srgbClr val="FFAC58"/>
                </a:solidFill>
                <a:latin typeface="Arial"/>
                <a:ea typeface="Arial"/>
                <a:cs typeface="Arial"/>
              </a:defRPr>
            </a:lvl1pPr>
            <a:lvl2pPr algn="l">
              <a:defRPr sz="3375" b="1">
                <a:solidFill>
                  <a:srgbClr val="FFAC58"/>
                </a:solidFill>
                <a:latin typeface="Arial"/>
                <a:ea typeface="Arial"/>
                <a:cs typeface="Arial"/>
              </a:defRPr>
            </a:lvl2pPr>
            <a:lvl3pPr algn="l">
              <a:defRPr sz="3375" b="1">
                <a:solidFill>
                  <a:srgbClr val="FFAC58"/>
                </a:solidFill>
                <a:latin typeface="Arial"/>
                <a:ea typeface="Arial"/>
                <a:cs typeface="Arial"/>
              </a:defRPr>
            </a:lvl3pPr>
            <a:lvl4pPr algn="l">
              <a:defRPr sz="3375" b="1">
                <a:solidFill>
                  <a:srgbClr val="FFAC58"/>
                </a:solidFill>
                <a:latin typeface="Arial"/>
                <a:ea typeface="Arial"/>
                <a:cs typeface="Arial"/>
              </a:defRPr>
            </a:lvl4pPr>
            <a:lvl5pPr algn="l">
              <a:defRPr sz="3375" b="1">
                <a:solidFill>
                  <a:srgbClr val="FFAC58"/>
                </a:solidFill>
                <a:latin typeface="Arial"/>
                <a:ea typeface="Arial"/>
                <a:cs typeface="Arial"/>
              </a:defRPr>
            </a:lvl5pPr>
            <a:lvl6pPr algn="l">
              <a:defRPr sz="3375" b="1">
                <a:solidFill>
                  <a:srgbClr val="FFAC58"/>
                </a:solidFill>
                <a:latin typeface="Arial"/>
                <a:ea typeface="Arial"/>
                <a:cs typeface="Arial"/>
              </a:defRPr>
            </a:lvl6pPr>
            <a:lvl7pPr algn="l">
              <a:defRPr sz="3375" b="1">
                <a:solidFill>
                  <a:srgbClr val="FFAC58"/>
                </a:solidFill>
                <a:latin typeface="Arial"/>
                <a:ea typeface="Arial"/>
                <a:cs typeface="Arial"/>
              </a:defRPr>
            </a:lvl7pPr>
            <a:lvl8pPr algn="l">
              <a:defRPr sz="3375" b="1">
                <a:solidFill>
                  <a:srgbClr val="FFAC58"/>
                </a:solidFill>
                <a:latin typeface="Arial"/>
                <a:ea typeface="Arial"/>
                <a:cs typeface="Arial"/>
              </a:defRPr>
            </a:lvl8pPr>
            <a:lvl9pPr algn="l">
              <a:defRPr sz="3375" b="1">
                <a:solidFill>
                  <a:srgbClr val="FFAC58"/>
                </a:solidFill>
                <a:latin typeface="Arial"/>
                <a:ea typeface="Arial"/>
                <a:cs typeface="Arial"/>
              </a:defRPr>
            </a:lvl9pPr>
          </a:lstStyle>
          <a:p xmlns:a="http://schemas.openxmlformats.org/drawingml/2006/main">
            <a:pPr algn="l">
              <a:defRPr sz="3375" b="1">
                <a:solidFill>
                  <a:srgbClr val="FFAC58"/>
                </a:solidFill>
                <a:latin typeface="Arial"/>
                <a:ea typeface="Arial"/>
                <a:cs typeface="Arial"/>
              </a:defRPr>
            </a:pPr>
            <a:r>
              <a:rPr sz="3375" b="1">
                <a:solidFill>
                  <a:srgbClr val="FFAC58"/>
                </a:solidFill>
                <a:latin typeface="Arial"/>
                <a:ea typeface="Arial"/>
                <a:cs typeface="Arial"/>
              </a:rPr>
              <a:t>GET</a:t>
            </a:r>
          </a:p>
        </p:txBody>
      </p:sp>
      <p:sp>
        <p:nvSpPr>
          <p:cNvPr id="10" name="">
            <a:extLst xmlns:a="http://schemas.openxmlformats.org/drawingml/2006/main">
              <a:ext uri="{FF2B5EF4-FFF2-40B4-BE49-F238E27FC236}">
                <a16:creationId xmlns:a16="http://schemas.microsoft.com/office/drawing/2014/main" id="{BEB44272-84EF-47C9-BD79-3828D3063121}"/>
              </a:ext>
            </a:extLst>
          </p:cNvPr>
          <p:cNvSpPr>
            <a:spLocks xmlns:a="http://schemas.openxmlformats.org/drawingml/2006/main" noGrp="1"/>
          </p:cNvSpPr>
          <p:nvPr/>
        </p:nvSpPr>
        <p:spPr>
          <a:xfrm xmlns:a="http://schemas.openxmlformats.org/drawingml/2006/main">
            <a:off x="3238500" y="3152775"/>
            <a:ext cx="8143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lấy nội dung object</a:t>
            </a:r>
          </a:p>
        </p:txBody>
      </p:sp>
      <p:sp>
        <p:nvSpPr>
          <p:cNvPr id="11" name="">
            <a:extLst xmlns:a="http://schemas.openxmlformats.org/drawingml/2006/main">
              <a:ext uri="{FF2B5EF4-FFF2-40B4-BE49-F238E27FC236}">
                <a16:creationId xmlns:a16="http://schemas.microsoft.com/office/drawing/2014/main" id="{D89994EC-A81F-4D4C-95B3-73587E429E7F}"/>
              </a:ext>
            </a:extLst>
          </p:cNvPr>
          <p:cNvSpPr>
            <a:spLocks xmlns:a="http://schemas.openxmlformats.org/drawingml/2006/main" noGrp="1"/>
          </p:cNvSpPr>
          <p:nvPr/>
        </p:nvSpPr>
        <p:spPr>
          <a:xfrm xmlns:a="http://schemas.openxmlformats.org/drawingml/2006/main">
            <a:off x="762000" y="3857625"/>
            <a:ext cx="10572750" cy="9525"/>
          </a:xfrm>
          <a:prstGeom xmlns:a="http://schemas.openxmlformats.org/drawingml/2006/main" prst="rect">
            <a:avLst/>
          </a:prstGeom>
          <a:solidFill xmlns:a="http://schemas.openxmlformats.org/drawingml/2006/main">
            <a:srgbClr val="284B6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F790E8-2250-4F2D-87DA-9A9B9A062D1B}"/>
              </a:ext>
            </a:extLst>
          </p:cNvPr>
          <p:cNvSpPr>
            <a:spLocks xmlns:a="http://schemas.openxmlformats.org/drawingml/2006/main" noGrp="1"/>
          </p:cNvSpPr>
          <p:nvPr/>
        </p:nvSpPr>
        <p:spPr>
          <a:xfrm xmlns:a="http://schemas.openxmlformats.org/drawingml/2006/main">
            <a:off x="762000" y="3990975"/>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00C7E5"/>
                </a:solidFill>
                <a:latin typeface="Arial"/>
                <a:ea typeface="Arial"/>
                <a:cs typeface="Arial"/>
              </a:defRPr>
            </a:defPPr>
            <a:lvl1pPr algn="l">
              <a:defRPr sz="3375" b="1">
                <a:solidFill>
                  <a:srgbClr val="00C7E5"/>
                </a:solidFill>
                <a:latin typeface="Arial"/>
                <a:ea typeface="Arial"/>
                <a:cs typeface="Arial"/>
              </a:defRPr>
            </a:lvl1pPr>
            <a:lvl2pPr algn="l">
              <a:defRPr sz="3375" b="1">
                <a:solidFill>
                  <a:srgbClr val="00C7E5"/>
                </a:solidFill>
                <a:latin typeface="Arial"/>
                <a:ea typeface="Arial"/>
                <a:cs typeface="Arial"/>
              </a:defRPr>
            </a:lvl2pPr>
            <a:lvl3pPr algn="l">
              <a:defRPr sz="3375" b="1">
                <a:solidFill>
                  <a:srgbClr val="00C7E5"/>
                </a:solidFill>
                <a:latin typeface="Arial"/>
                <a:ea typeface="Arial"/>
                <a:cs typeface="Arial"/>
              </a:defRPr>
            </a:lvl3pPr>
            <a:lvl4pPr algn="l">
              <a:defRPr sz="3375" b="1">
                <a:solidFill>
                  <a:srgbClr val="00C7E5"/>
                </a:solidFill>
                <a:latin typeface="Arial"/>
                <a:ea typeface="Arial"/>
                <a:cs typeface="Arial"/>
              </a:defRPr>
            </a:lvl4pPr>
            <a:lvl5pPr algn="l">
              <a:defRPr sz="3375" b="1">
                <a:solidFill>
                  <a:srgbClr val="00C7E5"/>
                </a:solidFill>
                <a:latin typeface="Arial"/>
                <a:ea typeface="Arial"/>
                <a:cs typeface="Arial"/>
              </a:defRPr>
            </a:lvl5pPr>
            <a:lvl6pPr algn="l">
              <a:defRPr sz="3375" b="1">
                <a:solidFill>
                  <a:srgbClr val="00C7E5"/>
                </a:solidFill>
                <a:latin typeface="Arial"/>
                <a:ea typeface="Arial"/>
                <a:cs typeface="Arial"/>
              </a:defRPr>
            </a:lvl6pPr>
            <a:lvl7pPr algn="l">
              <a:defRPr sz="3375" b="1">
                <a:solidFill>
                  <a:srgbClr val="00C7E5"/>
                </a:solidFill>
                <a:latin typeface="Arial"/>
                <a:ea typeface="Arial"/>
                <a:cs typeface="Arial"/>
              </a:defRPr>
            </a:lvl7pPr>
            <a:lvl8pPr algn="l">
              <a:defRPr sz="3375" b="1">
                <a:solidFill>
                  <a:srgbClr val="00C7E5"/>
                </a:solidFill>
                <a:latin typeface="Arial"/>
                <a:ea typeface="Arial"/>
                <a:cs typeface="Arial"/>
              </a:defRPr>
            </a:lvl8pPr>
            <a:lvl9pPr algn="l">
              <a:defRPr sz="3375" b="1">
                <a:solidFill>
                  <a:srgbClr val="00C7E5"/>
                </a:solidFill>
                <a:latin typeface="Arial"/>
                <a:ea typeface="Arial"/>
                <a:cs typeface="Arial"/>
              </a:defRPr>
            </a:lvl9pPr>
          </a:lstStyle>
          <a:p xmlns:a="http://schemas.openxmlformats.org/drawingml/2006/main">
            <a:pPr algn="l">
              <a:defRPr sz="3375" b="1">
                <a:solidFill>
                  <a:srgbClr val="00C7E5"/>
                </a:solidFill>
                <a:latin typeface="Arial"/>
                <a:ea typeface="Arial"/>
                <a:cs typeface="Arial"/>
              </a:defRPr>
            </a:pPr>
            <a:r>
              <a:rPr sz="3375" b="1">
                <a:solidFill>
                  <a:srgbClr val="00C7E5"/>
                </a:solidFill>
                <a:latin typeface="Arial"/>
                <a:ea typeface="Arial"/>
                <a:cs typeface="Arial"/>
              </a:rPr>
              <a:t>LIST</a:t>
            </a:r>
          </a:p>
        </p:txBody>
      </p:sp>
      <p:sp>
        <p:nvSpPr>
          <p:cNvPr id="13" name="">
            <a:extLst xmlns:a="http://schemas.openxmlformats.org/drawingml/2006/main">
              <a:ext uri="{FF2B5EF4-FFF2-40B4-BE49-F238E27FC236}">
                <a16:creationId xmlns:a16="http://schemas.microsoft.com/office/drawing/2014/main" id="{9FCABDF4-2D5C-439E-8C50-76991A1E8AFD}"/>
              </a:ext>
            </a:extLst>
          </p:cNvPr>
          <p:cNvSpPr>
            <a:spLocks xmlns:a="http://schemas.openxmlformats.org/drawingml/2006/main" noGrp="1"/>
          </p:cNvSpPr>
          <p:nvPr/>
        </p:nvSpPr>
        <p:spPr>
          <a:xfrm xmlns:a="http://schemas.openxmlformats.org/drawingml/2006/main">
            <a:off x="3238500" y="4048125"/>
            <a:ext cx="8143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liệt kê object</a:t>
            </a:r>
          </a:p>
        </p:txBody>
      </p:sp>
      <p:sp>
        <p:nvSpPr>
          <p:cNvPr id="14" name="">
            <a:extLst xmlns:a="http://schemas.openxmlformats.org/drawingml/2006/main">
              <a:ext uri="{FF2B5EF4-FFF2-40B4-BE49-F238E27FC236}">
                <a16:creationId xmlns:a16="http://schemas.microsoft.com/office/drawing/2014/main" id="{7948C893-E73E-430D-A11A-50AB0975AB4D}"/>
              </a:ext>
            </a:extLst>
          </p:cNvPr>
          <p:cNvSpPr>
            <a:spLocks xmlns:a="http://schemas.openxmlformats.org/drawingml/2006/main" noGrp="1"/>
          </p:cNvSpPr>
          <p:nvPr/>
        </p:nvSpPr>
        <p:spPr>
          <a:xfrm xmlns:a="http://schemas.openxmlformats.org/drawingml/2006/main">
            <a:off x="762000" y="4752975"/>
            <a:ext cx="10572750" cy="9525"/>
          </a:xfrm>
          <a:prstGeom xmlns:a="http://schemas.openxmlformats.org/drawingml/2006/main" prst="rect">
            <a:avLst/>
          </a:prstGeom>
          <a:solidFill xmlns:a="http://schemas.openxmlformats.org/drawingml/2006/main">
            <a:srgbClr val="284B6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653EC15-1A25-49AF-9B71-02B2FD54CB08}"/>
              </a:ext>
            </a:extLst>
          </p:cNvPr>
          <p:cNvSpPr>
            <a:spLocks xmlns:a="http://schemas.openxmlformats.org/drawingml/2006/main" noGrp="1"/>
          </p:cNvSpPr>
          <p:nvPr/>
        </p:nvSpPr>
        <p:spPr>
          <a:xfrm xmlns:a="http://schemas.openxmlformats.org/drawingml/2006/main">
            <a:off x="762000" y="4886325"/>
            <a:ext cx="23336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1">
                <a:solidFill>
                  <a:srgbClr val="FFAC58"/>
                </a:solidFill>
                <a:latin typeface="Arial"/>
                <a:ea typeface="Arial"/>
                <a:cs typeface="Arial"/>
              </a:defRPr>
            </a:defPPr>
            <a:lvl1pPr algn="l">
              <a:defRPr sz="3375" b="1">
                <a:solidFill>
                  <a:srgbClr val="FFAC58"/>
                </a:solidFill>
                <a:latin typeface="Arial"/>
                <a:ea typeface="Arial"/>
                <a:cs typeface="Arial"/>
              </a:defRPr>
            </a:lvl1pPr>
            <a:lvl2pPr algn="l">
              <a:defRPr sz="3375" b="1">
                <a:solidFill>
                  <a:srgbClr val="FFAC58"/>
                </a:solidFill>
                <a:latin typeface="Arial"/>
                <a:ea typeface="Arial"/>
                <a:cs typeface="Arial"/>
              </a:defRPr>
            </a:lvl2pPr>
            <a:lvl3pPr algn="l">
              <a:defRPr sz="3375" b="1">
                <a:solidFill>
                  <a:srgbClr val="FFAC58"/>
                </a:solidFill>
                <a:latin typeface="Arial"/>
                <a:ea typeface="Arial"/>
                <a:cs typeface="Arial"/>
              </a:defRPr>
            </a:lvl3pPr>
            <a:lvl4pPr algn="l">
              <a:defRPr sz="3375" b="1">
                <a:solidFill>
                  <a:srgbClr val="FFAC58"/>
                </a:solidFill>
                <a:latin typeface="Arial"/>
                <a:ea typeface="Arial"/>
                <a:cs typeface="Arial"/>
              </a:defRPr>
            </a:lvl4pPr>
            <a:lvl5pPr algn="l">
              <a:defRPr sz="3375" b="1">
                <a:solidFill>
                  <a:srgbClr val="FFAC58"/>
                </a:solidFill>
                <a:latin typeface="Arial"/>
                <a:ea typeface="Arial"/>
                <a:cs typeface="Arial"/>
              </a:defRPr>
            </a:lvl5pPr>
            <a:lvl6pPr algn="l">
              <a:defRPr sz="3375" b="1">
                <a:solidFill>
                  <a:srgbClr val="FFAC58"/>
                </a:solidFill>
                <a:latin typeface="Arial"/>
                <a:ea typeface="Arial"/>
                <a:cs typeface="Arial"/>
              </a:defRPr>
            </a:lvl6pPr>
            <a:lvl7pPr algn="l">
              <a:defRPr sz="3375" b="1">
                <a:solidFill>
                  <a:srgbClr val="FFAC58"/>
                </a:solidFill>
                <a:latin typeface="Arial"/>
                <a:ea typeface="Arial"/>
                <a:cs typeface="Arial"/>
              </a:defRPr>
            </a:lvl7pPr>
            <a:lvl8pPr algn="l">
              <a:defRPr sz="3375" b="1">
                <a:solidFill>
                  <a:srgbClr val="FFAC58"/>
                </a:solidFill>
                <a:latin typeface="Arial"/>
                <a:ea typeface="Arial"/>
                <a:cs typeface="Arial"/>
              </a:defRPr>
            </a:lvl8pPr>
            <a:lvl9pPr algn="l">
              <a:defRPr sz="3375" b="1">
                <a:solidFill>
                  <a:srgbClr val="FFAC58"/>
                </a:solidFill>
                <a:latin typeface="Arial"/>
                <a:ea typeface="Arial"/>
                <a:cs typeface="Arial"/>
              </a:defRPr>
            </a:lvl9pPr>
          </a:lstStyle>
          <a:p xmlns:a="http://schemas.openxmlformats.org/drawingml/2006/main">
            <a:pPr algn="l">
              <a:defRPr sz="3375" b="1">
                <a:solidFill>
                  <a:srgbClr val="FFAC58"/>
                </a:solidFill>
                <a:latin typeface="Arial"/>
                <a:ea typeface="Arial"/>
                <a:cs typeface="Arial"/>
              </a:defRPr>
            </a:pPr>
            <a:r>
              <a:rPr sz="3375" b="1">
                <a:solidFill>
                  <a:srgbClr val="FFAC58"/>
                </a:solidFill>
                <a:latin typeface="Arial"/>
                <a:ea typeface="Arial"/>
                <a:cs typeface="Arial"/>
              </a:rPr>
              <a:t>DELETE</a:t>
            </a:r>
          </a:p>
        </p:txBody>
      </p:sp>
      <p:sp>
        <p:nvSpPr>
          <p:cNvPr id="16" name="">
            <a:extLst xmlns:a="http://schemas.openxmlformats.org/drawingml/2006/main">
              <a:ext uri="{FF2B5EF4-FFF2-40B4-BE49-F238E27FC236}">
                <a16:creationId xmlns:a16="http://schemas.microsoft.com/office/drawing/2014/main" id="{66057403-736C-46E9-BA9E-C50251EA5D8A}"/>
              </a:ext>
            </a:extLst>
          </p:cNvPr>
          <p:cNvSpPr>
            <a:spLocks xmlns:a="http://schemas.openxmlformats.org/drawingml/2006/main" noGrp="1"/>
          </p:cNvSpPr>
          <p:nvPr/>
        </p:nvSpPr>
        <p:spPr>
          <a:xfrm xmlns:a="http://schemas.openxmlformats.org/drawingml/2006/main">
            <a:off x="3238500" y="4943475"/>
            <a:ext cx="8143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xử lý theo trạng thái Versioning</a:t>
            </a:r>
          </a:p>
        </p:txBody>
      </p:sp>
    </p:spTree>
    <p:extLst>
      <p:ext uri="{BB962C8B-B14F-4D97-AF65-F5344CB8AC3E}">
        <p14:creationId xmlns:p14="http://schemas.microsoft.com/office/powerpoint/2010/main" val="333258626"/>
      </p:ext>
    </p:extLst>
  </p:cSld>
</p:sld>
</file>

<file path=ppt/slides/slide14.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2C07C22-7F57-4702-BE0F-B62DD8BAEEF6}"/>
              </a:ext>
            </a:extLst>
          </p:cNvPr>
          <p:cNvPicPr>
            <a:picLocks xmlns:a="http://schemas.openxmlformats.org/drawingml/2006/main" noChangeAspect="1"/>
          </p:cNvPicPr>
          <p:nvPr/>
        </p:nvPicPr>
        <p:blipFill>
          <a:blip xmlns:r="http://schemas.openxmlformats.org/officeDocument/2006/relationships" xmlns:a="http://schemas.openxmlformats.org/drawingml/2006/main" r:embed="R347ae2dd617f47a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A52C54-DD8D-4962-95CA-918A5E6EC1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367375B4-A3C1-43E0-9E4C-6B5D463C9AF4}"/>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Độ bền và độ sẵn sàng</a:t>
            </a:r>
          </a:p>
        </p:txBody>
      </p:sp>
      <p:sp>
        <p:nvSpPr>
          <p:cNvPr id="4" name="">
            <a:extLst xmlns:a="http://schemas.openxmlformats.org/drawingml/2006/main">
              <a:ext uri="{FF2B5EF4-FFF2-40B4-BE49-F238E27FC236}">
                <a16:creationId xmlns:a16="http://schemas.microsoft.com/office/drawing/2014/main" id="{E50548EC-28D9-400B-9639-AC6901C32CD6}"/>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9533BD68-07CE-470F-93F0-E8F42CE0D019}"/>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14 / 45</a:t>
            </a:r>
          </a:p>
        </p:txBody>
      </p:sp>
      <p:sp>
        <p:nvSpPr>
          <p:cNvPr id="6" name="">
            <a:extLst xmlns:a="http://schemas.openxmlformats.org/drawingml/2006/main">
              <a:ext uri="{FF2B5EF4-FFF2-40B4-BE49-F238E27FC236}">
                <a16:creationId xmlns:a16="http://schemas.microsoft.com/office/drawing/2014/main" id="{92439FC6-EE14-4A0C-A3DF-56E0FCCB12F7}"/>
              </a:ext>
            </a:extLst>
          </p:cNvPr>
          <p:cNvSpPr>
            <a:spLocks xmlns:a="http://schemas.openxmlformats.org/drawingml/2006/main" noGrp="1"/>
          </p:cNvSpPr>
          <p:nvPr/>
        </p:nvSpPr>
        <p:spPr>
          <a:xfrm xmlns:a="http://schemas.openxmlformats.org/drawingml/2006/main">
            <a:off x="762000" y="2266950"/>
            <a:ext cx="5429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00C7E5"/>
                </a:solidFill>
                <a:latin typeface="Arial"/>
                <a:ea typeface="Arial"/>
                <a:cs typeface="Arial"/>
              </a:defRPr>
            </a:defPPr>
            <a:lvl1pPr algn="l">
              <a:defRPr sz="2925" b="1">
                <a:solidFill>
                  <a:srgbClr val="00C7E5"/>
                </a:solidFill>
                <a:latin typeface="Arial"/>
                <a:ea typeface="Arial"/>
                <a:cs typeface="Arial"/>
              </a:defRPr>
            </a:lvl1pPr>
            <a:lvl2pPr algn="l">
              <a:defRPr sz="2925" b="1">
                <a:solidFill>
                  <a:srgbClr val="00C7E5"/>
                </a:solidFill>
                <a:latin typeface="Arial"/>
                <a:ea typeface="Arial"/>
                <a:cs typeface="Arial"/>
              </a:defRPr>
            </a:lvl2pPr>
            <a:lvl3pPr algn="l">
              <a:defRPr sz="2925" b="1">
                <a:solidFill>
                  <a:srgbClr val="00C7E5"/>
                </a:solidFill>
                <a:latin typeface="Arial"/>
                <a:ea typeface="Arial"/>
                <a:cs typeface="Arial"/>
              </a:defRPr>
            </a:lvl3pPr>
            <a:lvl4pPr algn="l">
              <a:defRPr sz="2925" b="1">
                <a:solidFill>
                  <a:srgbClr val="00C7E5"/>
                </a:solidFill>
                <a:latin typeface="Arial"/>
                <a:ea typeface="Arial"/>
                <a:cs typeface="Arial"/>
              </a:defRPr>
            </a:lvl4pPr>
            <a:lvl5pPr algn="l">
              <a:defRPr sz="2925" b="1">
                <a:solidFill>
                  <a:srgbClr val="00C7E5"/>
                </a:solidFill>
                <a:latin typeface="Arial"/>
                <a:ea typeface="Arial"/>
                <a:cs typeface="Arial"/>
              </a:defRPr>
            </a:lvl5pPr>
            <a:lvl6pPr algn="l">
              <a:defRPr sz="2925" b="1">
                <a:solidFill>
                  <a:srgbClr val="00C7E5"/>
                </a:solidFill>
                <a:latin typeface="Arial"/>
                <a:ea typeface="Arial"/>
                <a:cs typeface="Arial"/>
              </a:defRPr>
            </a:lvl6pPr>
            <a:lvl7pPr algn="l">
              <a:defRPr sz="2925" b="1">
                <a:solidFill>
                  <a:srgbClr val="00C7E5"/>
                </a:solidFill>
                <a:latin typeface="Arial"/>
                <a:ea typeface="Arial"/>
                <a:cs typeface="Arial"/>
              </a:defRPr>
            </a:lvl7pPr>
            <a:lvl8pPr algn="l">
              <a:defRPr sz="2925" b="1">
                <a:solidFill>
                  <a:srgbClr val="00C7E5"/>
                </a:solidFill>
                <a:latin typeface="Arial"/>
                <a:ea typeface="Arial"/>
                <a:cs typeface="Arial"/>
              </a:defRPr>
            </a:lvl8pPr>
            <a:lvl9pPr algn="l">
              <a:defRPr sz="2925" b="1">
                <a:solidFill>
                  <a:srgbClr val="00C7E5"/>
                </a:solidFill>
                <a:latin typeface="Arial"/>
                <a:ea typeface="Arial"/>
                <a:cs typeface="Arial"/>
              </a:defRPr>
            </a:lvl9pPr>
          </a:lstStyle>
          <a:p xmlns:a="http://schemas.openxmlformats.org/drawingml/2006/main">
            <a:pPr algn="l">
              <a:defRPr sz="2925" b="1">
                <a:solidFill>
                  <a:srgbClr val="00C7E5"/>
                </a:solidFill>
                <a:latin typeface="Arial"/>
                <a:ea typeface="Arial"/>
                <a:cs typeface="Arial"/>
              </a:defRPr>
            </a:pPr>
            <a:r>
              <a:rPr sz="2925" b="1">
                <a:solidFill>
                  <a:srgbClr val="00C7E5"/>
                </a:solidFill>
                <a:latin typeface="Arial"/>
                <a:ea typeface="Arial"/>
                <a:cs typeface="Arial"/>
              </a:rPr>
              <a:t>Durability</a:t>
            </a:r>
          </a:p>
        </p:txBody>
      </p:sp>
      <p:sp>
        <p:nvSpPr>
          <p:cNvPr id="7" name="">
            <a:extLst xmlns:a="http://schemas.openxmlformats.org/drawingml/2006/main">
              <a:ext uri="{FF2B5EF4-FFF2-40B4-BE49-F238E27FC236}">
                <a16:creationId xmlns:a16="http://schemas.microsoft.com/office/drawing/2014/main" id="{CCEAE04E-4D99-4A1E-A057-A25CFCCF59FC}"/>
              </a:ext>
            </a:extLst>
          </p:cNvPr>
          <p:cNvSpPr>
            <a:spLocks xmlns:a="http://schemas.openxmlformats.org/drawingml/2006/main" noGrp="1"/>
          </p:cNvSpPr>
          <p:nvPr/>
        </p:nvSpPr>
        <p:spPr>
          <a:xfrm xmlns:a="http://schemas.openxmlformats.org/drawingml/2006/main">
            <a:off x="6953250" y="2266950"/>
            <a:ext cx="457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FFAC58"/>
                </a:solidFill>
                <a:latin typeface="Arial"/>
                <a:ea typeface="Arial"/>
                <a:cs typeface="Arial"/>
              </a:defRPr>
            </a:defPPr>
            <a:lvl1pPr algn="l">
              <a:defRPr sz="2925" b="1">
                <a:solidFill>
                  <a:srgbClr val="FFAC58"/>
                </a:solidFill>
                <a:latin typeface="Arial"/>
                <a:ea typeface="Arial"/>
                <a:cs typeface="Arial"/>
              </a:defRPr>
            </a:lvl1pPr>
            <a:lvl2pPr algn="l">
              <a:defRPr sz="2925" b="1">
                <a:solidFill>
                  <a:srgbClr val="FFAC58"/>
                </a:solidFill>
                <a:latin typeface="Arial"/>
                <a:ea typeface="Arial"/>
                <a:cs typeface="Arial"/>
              </a:defRPr>
            </a:lvl2pPr>
            <a:lvl3pPr algn="l">
              <a:defRPr sz="2925" b="1">
                <a:solidFill>
                  <a:srgbClr val="FFAC58"/>
                </a:solidFill>
                <a:latin typeface="Arial"/>
                <a:ea typeface="Arial"/>
                <a:cs typeface="Arial"/>
              </a:defRPr>
            </a:lvl3pPr>
            <a:lvl4pPr algn="l">
              <a:defRPr sz="2925" b="1">
                <a:solidFill>
                  <a:srgbClr val="FFAC58"/>
                </a:solidFill>
                <a:latin typeface="Arial"/>
                <a:ea typeface="Arial"/>
                <a:cs typeface="Arial"/>
              </a:defRPr>
            </a:lvl4pPr>
            <a:lvl5pPr algn="l">
              <a:defRPr sz="2925" b="1">
                <a:solidFill>
                  <a:srgbClr val="FFAC58"/>
                </a:solidFill>
                <a:latin typeface="Arial"/>
                <a:ea typeface="Arial"/>
                <a:cs typeface="Arial"/>
              </a:defRPr>
            </a:lvl5pPr>
            <a:lvl6pPr algn="l">
              <a:defRPr sz="2925" b="1">
                <a:solidFill>
                  <a:srgbClr val="FFAC58"/>
                </a:solidFill>
                <a:latin typeface="Arial"/>
                <a:ea typeface="Arial"/>
                <a:cs typeface="Arial"/>
              </a:defRPr>
            </a:lvl6pPr>
            <a:lvl7pPr algn="l">
              <a:defRPr sz="2925" b="1">
                <a:solidFill>
                  <a:srgbClr val="FFAC58"/>
                </a:solidFill>
                <a:latin typeface="Arial"/>
                <a:ea typeface="Arial"/>
                <a:cs typeface="Arial"/>
              </a:defRPr>
            </a:lvl7pPr>
            <a:lvl8pPr algn="l">
              <a:defRPr sz="2925" b="1">
                <a:solidFill>
                  <a:srgbClr val="FFAC58"/>
                </a:solidFill>
                <a:latin typeface="Arial"/>
                <a:ea typeface="Arial"/>
                <a:cs typeface="Arial"/>
              </a:defRPr>
            </a:lvl8pPr>
            <a:lvl9pPr algn="l">
              <a:defRPr sz="2925" b="1">
                <a:solidFill>
                  <a:srgbClr val="FFAC58"/>
                </a:solidFill>
                <a:latin typeface="Arial"/>
                <a:ea typeface="Arial"/>
                <a:cs typeface="Arial"/>
              </a:defRPr>
            </a:lvl9pPr>
          </a:lstStyle>
          <a:p xmlns:a="http://schemas.openxmlformats.org/drawingml/2006/main">
            <a:pPr algn="l">
              <a:defRPr sz="2925" b="1">
                <a:solidFill>
                  <a:srgbClr val="FFAC58"/>
                </a:solidFill>
                <a:latin typeface="Arial"/>
                <a:ea typeface="Arial"/>
                <a:cs typeface="Arial"/>
              </a:defRPr>
            </a:pPr>
            <a:r>
              <a:rPr sz="2925" b="1">
                <a:solidFill>
                  <a:srgbClr val="FFAC58"/>
                </a:solidFill>
                <a:latin typeface="Arial"/>
                <a:ea typeface="Arial"/>
                <a:cs typeface="Arial"/>
              </a:rPr>
              <a:t>Availability</a:t>
            </a:r>
          </a:p>
        </p:txBody>
      </p:sp>
      <p:sp>
        <p:nvSpPr>
          <p:cNvPr id="8" name="">
            <a:extLst xmlns:a="http://schemas.openxmlformats.org/drawingml/2006/main">
              <a:ext uri="{FF2B5EF4-FFF2-40B4-BE49-F238E27FC236}">
                <a16:creationId xmlns:a16="http://schemas.microsoft.com/office/drawing/2014/main" id="{ADE449ED-B48A-4C55-9C8B-5152AE3261D8}"/>
              </a:ext>
            </a:extLst>
          </p:cNvPr>
          <p:cNvSpPr>
            <a:spLocks xmlns:a="http://schemas.openxmlformats.org/drawingml/2006/main" noGrp="1"/>
          </p:cNvSpPr>
          <p:nvPr/>
        </p:nvSpPr>
        <p:spPr>
          <a:xfrm xmlns:a="http://schemas.openxmlformats.org/drawingml/2006/main">
            <a:off x="742950" y="3152775"/>
            <a:ext cx="6048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4F8FC"/>
                </a:solidFill>
                <a:latin typeface="Arial"/>
                <a:ea typeface="Arial"/>
                <a:cs typeface="Arial"/>
              </a:defRPr>
            </a:defPPr>
            <a:lvl1pPr algn="l">
              <a:defRPr sz="4650" b="1">
                <a:solidFill>
                  <a:srgbClr val="F4F8FC"/>
                </a:solidFill>
                <a:latin typeface="Arial"/>
                <a:ea typeface="Arial"/>
                <a:cs typeface="Arial"/>
              </a:defRPr>
            </a:lvl1pPr>
            <a:lvl2pPr algn="l">
              <a:defRPr sz="4650" b="1">
                <a:solidFill>
                  <a:srgbClr val="F4F8FC"/>
                </a:solidFill>
                <a:latin typeface="Arial"/>
                <a:ea typeface="Arial"/>
                <a:cs typeface="Arial"/>
              </a:defRPr>
            </a:lvl2pPr>
            <a:lvl3pPr algn="l">
              <a:defRPr sz="4650" b="1">
                <a:solidFill>
                  <a:srgbClr val="F4F8FC"/>
                </a:solidFill>
                <a:latin typeface="Arial"/>
                <a:ea typeface="Arial"/>
                <a:cs typeface="Arial"/>
              </a:defRPr>
            </a:lvl3pPr>
            <a:lvl4pPr algn="l">
              <a:defRPr sz="4650" b="1">
                <a:solidFill>
                  <a:srgbClr val="F4F8FC"/>
                </a:solidFill>
                <a:latin typeface="Arial"/>
                <a:ea typeface="Arial"/>
                <a:cs typeface="Arial"/>
              </a:defRPr>
            </a:lvl4pPr>
            <a:lvl5pPr algn="l">
              <a:defRPr sz="4650" b="1">
                <a:solidFill>
                  <a:srgbClr val="F4F8FC"/>
                </a:solidFill>
                <a:latin typeface="Arial"/>
                <a:ea typeface="Arial"/>
                <a:cs typeface="Arial"/>
              </a:defRPr>
            </a:lvl5pPr>
            <a:lvl6pPr algn="l">
              <a:defRPr sz="4650" b="1">
                <a:solidFill>
                  <a:srgbClr val="F4F8FC"/>
                </a:solidFill>
                <a:latin typeface="Arial"/>
                <a:ea typeface="Arial"/>
                <a:cs typeface="Arial"/>
              </a:defRPr>
            </a:lvl6pPr>
            <a:lvl7pPr algn="l">
              <a:defRPr sz="4650" b="1">
                <a:solidFill>
                  <a:srgbClr val="F4F8FC"/>
                </a:solidFill>
                <a:latin typeface="Arial"/>
                <a:ea typeface="Arial"/>
                <a:cs typeface="Arial"/>
              </a:defRPr>
            </a:lvl7pPr>
            <a:lvl8pPr algn="l">
              <a:defRPr sz="4650" b="1">
                <a:solidFill>
                  <a:srgbClr val="F4F8FC"/>
                </a:solidFill>
                <a:latin typeface="Arial"/>
                <a:ea typeface="Arial"/>
                <a:cs typeface="Arial"/>
              </a:defRPr>
            </a:lvl8pPr>
            <a:lvl9pPr algn="l">
              <a:defRPr sz="4650" b="1">
                <a:solidFill>
                  <a:srgbClr val="F4F8FC"/>
                </a:solidFill>
                <a:latin typeface="Arial"/>
                <a:ea typeface="Arial"/>
                <a:cs typeface="Arial"/>
              </a:defRPr>
            </a:lvl9pPr>
          </a:lstStyle>
          <a:p xmlns:a="http://schemas.openxmlformats.org/drawingml/2006/main">
            <a:pPr algn="l">
              <a:defRPr sz="4650" b="1">
                <a:solidFill>
                  <a:srgbClr val="F4F8FC"/>
                </a:solidFill>
                <a:latin typeface="Arial"/>
                <a:ea typeface="Arial"/>
                <a:cs typeface="Arial"/>
              </a:defRPr>
            </a:pPr>
            <a:r>
              <a:rPr sz="4650" b="1">
                <a:solidFill>
                  <a:srgbClr val="F4F8FC"/>
                </a:solidFill>
                <a:latin typeface="Arial"/>
                <a:ea typeface="Arial"/>
                <a:cs typeface="Arial"/>
              </a:rPr>
              <a:t>99.999999999%</a:t>
            </a:r>
          </a:p>
        </p:txBody>
      </p:sp>
      <p:sp>
        <p:nvSpPr>
          <p:cNvPr id="9" name="">
            <a:extLst xmlns:a="http://schemas.openxmlformats.org/drawingml/2006/main">
              <a:ext uri="{FF2B5EF4-FFF2-40B4-BE49-F238E27FC236}">
                <a16:creationId xmlns:a16="http://schemas.microsoft.com/office/drawing/2014/main" id="{2ADC733F-57B2-4EE1-B215-1CC3842EE2AD}"/>
              </a:ext>
            </a:extLst>
          </p:cNvPr>
          <p:cNvSpPr>
            <a:spLocks xmlns:a="http://schemas.openxmlformats.org/drawingml/2006/main" noGrp="1"/>
          </p:cNvSpPr>
          <p:nvPr/>
        </p:nvSpPr>
        <p:spPr>
          <a:xfrm xmlns:a="http://schemas.openxmlformats.org/drawingml/2006/main">
            <a:off x="6934200" y="3152775"/>
            <a:ext cx="4524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625" b="1">
                <a:solidFill>
                  <a:srgbClr val="F4F8FC"/>
                </a:solidFill>
                <a:latin typeface="Arial"/>
                <a:ea typeface="Arial"/>
                <a:cs typeface="Arial"/>
              </a:defRPr>
            </a:defPPr>
            <a:lvl1pPr algn="l">
              <a:defRPr sz="5625" b="1">
                <a:solidFill>
                  <a:srgbClr val="F4F8FC"/>
                </a:solidFill>
                <a:latin typeface="Arial"/>
                <a:ea typeface="Arial"/>
                <a:cs typeface="Arial"/>
              </a:defRPr>
            </a:lvl1pPr>
            <a:lvl2pPr algn="l">
              <a:defRPr sz="5625" b="1">
                <a:solidFill>
                  <a:srgbClr val="F4F8FC"/>
                </a:solidFill>
                <a:latin typeface="Arial"/>
                <a:ea typeface="Arial"/>
                <a:cs typeface="Arial"/>
              </a:defRPr>
            </a:lvl2pPr>
            <a:lvl3pPr algn="l">
              <a:defRPr sz="5625" b="1">
                <a:solidFill>
                  <a:srgbClr val="F4F8FC"/>
                </a:solidFill>
                <a:latin typeface="Arial"/>
                <a:ea typeface="Arial"/>
                <a:cs typeface="Arial"/>
              </a:defRPr>
            </a:lvl3pPr>
            <a:lvl4pPr algn="l">
              <a:defRPr sz="5625" b="1">
                <a:solidFill>
                  <a:srgbClr val="F4F8FC"/>
                </a:solidFill>
                <a:latin typeface="Arial"/>
                <a:ea typeface="Arial"/>
                <a:cs typeface="Arial"/>
              </a:defRPr>
            </a:lvl4pPr>
            <a:lvl5pPr algn="l">
              <a:defRPr sz="5625" b="1">
                <a:solidFill>
                  <a:srgbClr val="F4F8FC"/>
                </a:solidFill>
                <a:latin typeface="Arial"/>
                <a:ea typeface="Arial"/>
                <a:cs typeface="Arial"/>
              </a:defRPr>
            </a:lvl5pPr>
            <a:lvl6pPr algn="l">
              <a:defRPr sz="5625" b="1">
                <a:solidFill>
                  <a:srgbClr val="F4F8FC"/>
                </a:solidFill>
                <a:latin typeface="Arial"/>
                <a:ea typeface="Arial"/>
                <a:cs typeface="Arial"/>
              </a:defRPr>
            </a:lvl6pPr>
            <a:lvl7pPr algn="l">
              <a:defRPr sz="5625" b="1">
                <a:solidFill>
                  <a:srgbClr val="F4F8FC"/>
                </a:solidFill>
                <a:latin typeface="Arial"/>
                <a:ea typeface="Arial"/>
                <a:cs typeface="Arial"/>
              </a:defRPr>
            </a:lvl7pPr>
            <a:lvl8pPr algn="l">
              <a:defRPr sz="5625" b="1">
                <a:solidFill>
                  <a:srgbClr val="F4F8FC"/>
                </a:solidFill>
                <a:latin typeface="Arial"/>
                <a:ea typeface="Arial"/>
                <a:cs typeface="Arial"/>
              </a:defRPr>
            </a:lvl8pPr>
            <a:lvl9pPr algn="l">
              <a:defRPr sz="5625" b="1">
                <a:solidFill>
                  <a:srgbClr val="F4F8FC"/>
                </a:solidFill>
                <a:latin typeface="Arial"/>
                <a:ea typeface="Arial"/>
                <a:cs typeface="Arial"/>
              </a:defRPr>
            </a:lvl9pPr>
          </a:lstStyle>
          <a:p xmlns:a="http://schemas.openxmlformats.org/drawingml/2006/main">
            <a:pPr algn="l">
              <a:defRPr sz="5625" b="1">
                <a:solidFill>
                  <a:srgbClr val="F4F8FC"/>
                </a:solidFill>
                <a:latin typeface="Arial"/>
                <a:ea typeface="Arial"/>
                <a:cs typeface="Arial"/>
              </a:defRPr>
            </a:pPr>
            <a:r>
              <a:rPr sz="5625" b="1">
                <a:solidFill>
                  <a:srgbClr val="F4F8FC"/>
                </a:solidFill>
                <a:latin typeface="Arial"/>
                <a:ea typeface="Arial"/>
                <a:cs typeface="Arial"/>
              </a:rPr>
              <a:t>99.99%</a:t>
            </a:r>
          </a:p>
        </p:txBody>
      </p:sp>
      <p:sp>
        <p:nvSpPr>
          <p:cNvPr id="10" name="">
            <a:extLst xmlns:a="http://schemas.openxmlformats.org/drawingml/2006/main">
              <a:ext uri="{FF2B5EF4-FFF2-40B4-BE49-F238E27FC236}">
                <a16:creationId xmlns:a16="http://schemas.microsoft.com/office/drawing/2014/main" id="{A935E85F-C8F4-4451-8BF3-C3753FF25D44}"/>
              </a:ext>
            </a:extLst>
          </p:cNvPr>
          <p:cNvSpPr>
            <a:spLocks xmlns:a="http://schemas.openxmlformats.org/drawingml/2006/main" noGrp="1"/>
          </p:cNvSpPr>
          <p:nvPr/>
        </p:nvSpPr>
        <p:spPr>
          <a:xfrm xmlns:a="http://schemas.openxmlformats.org/drawingml/2006/main">
            <a:off x="781050" y="4391025"/>
            <a:ext cx="5286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F4F8FC"/>
                </a:solidFill>
                <a:latin typeface="Arial"/>
                <a:ea typeface="Arial"/>
                <a:cs typeface="Arial"/>
              </a:defRPr>
            </a:defPPr>
            <a:lvl1pPr algn="l">
              <a:defRPr sz="2625" b="0">
                <a:solidFill>
                  <a:srgbClr val="F4F8FC"/>
                </a:solidFill>
                <a:latin typeface="Arial"/>
                <a:ea typeface="Arial"/>
                <a:cs typeface="Arial"/>
              </a:defRPr>
            </a:lvl1pPr>
            <a:lvl2pPr algn="l">
              <a:defRPr sz="2625" b="0">
                <a:solidFill>
                  <a:srgbClr val="F4F8FC"/>
                </a:solidFill>
                <a:latin typeface="Arial"/>
                <a:ea typeface="Arial"/>
                <a:cs typeface="Arial"/>
              </a:defRPr>
            </a:lvl2pPr>
            <a:lvl3pPr algn="l">
              <a:defRPr sz="2625" b="0">
                <a:solidFill>
                  <a:srgbClr val="F4F8FC"/>
                </a:solidFill>
                <a:latin typeface="Arial"/>
                <a:ea typeface="Arial"/>
                <a:cs typeface="Arial"/>
              </a:defRPr>
            </a:lvl3pPr>
            <a:lvl4pPr algn="l">
              <a:defRPr sz="2625" b="0">
                <a:solidFill>
                  <a:srgbClr val="F4F8FC"/>
                </a:solidFill>
                <a:latin typeface="Arial"/>
                <a:ea typeface="Arial"/>
                <a:cs typeface="Arial"/>
              </a:defRPr>
            </a:lvl4pPr>
            <a:lvl5pPr algn="l">
              <a:defRPr sz="2625" b="0">
                <a:solidFill>
                  <a:srgbClr val="F4F8FC"/>
                </a:solidFill>
                <a:latin typeface="Arial"/>
                <a:ea typeface="Arial"/>
                <a:cs typeface="Arial"/>
              </a:defRPr>
            </a:lvl5pPr>
            <a:lvl6pPr algn="l">
              <a:defRPr sz="2625" b="0">
                <a:solidFill>
                  <a:srgbClr val="F4F8FC"/>
                </a:solidFill>
                <a:latin typeface="Arial"/>
                <a:ea typeface="Arial"/>
                <a:cs typeface="Arial"/>
              </a:defRPr>
            </a:lvl6pPr>
            <a:lvl7pPr algn="l">
              <a:defRPr sz="2625" b="0">
                <a:solidFill>
                  <a:srgbClr val="F4F8FC"/>
                </a:solidFill>
                <a:latin typeface="Arial"/>
                <a:ea typeface="Arial"/>
                <a:cs typeface="Arial"/>
              </a:defRPr>
            </a:lvl7pPr>
            <a:lvl8pPr algn="l">
              <a:defRPr sz="2625" b="0">
                <a:solidFill>
                  <a:srgbClr val="F4F8FC"/>
                </a:solidFill>
                <a:latin typeface="Arial"/>
                <a:ea typeface="Arial"/>
                <a:cs typeface="Arial"/>
              </a:defRPr>
            </a:lvl8pPr>
            <a:lvl9pPr algn="l">
              <a:defRPr sz="2625" b="0">
                <a:solidFill>
                  <a:srgbClr val="F4F8FC"/>
                </a:solidFill>
                <a:latin typeface="Arial"/>
                <a:ea typeface="Arial"/>
                <a:cs typeface="Arial"/>
              </a:defRPr>
            </a:lvl9pPr>
          </a:lstStyle>
          <a:p xmlns:a="http://schemas.openxmlformats.org/drawingml/2006/main">
            <a:pPr algn="l">
              <a:defRPr sz="2625" b="0">
                <a:solidFill>
                  <a:srgbClr val="F4F8FC"/>
                </a:solidFill>
                <a:latin typeface="Arial"/>
                <a:ea typeface="Arial"/>
                <a:cs typeface="Arial"/>
              </a:defRPr>
            </a:pPr>
            <a:r>
              <a:rPr sz="2625" b="0">
                <a:solidFill>
                  <a:srgbClr val="F4F8FC"/>
                </a:solidFill>
                <a:latin typeface="Arial"/>
                <a:ea typeface="Arial"/>
                <a:cs typeface="Arial"/>
              </a:rPr>
              <a:t>Giữ dữ liệu lâu dài</a:t>
            </a:r>
          </a:p>
        </p:txBody>
      </p:sp>
      <p:sp>
        <p:nvSpPr>
          <p:cNvPr id="11" name="">
            <a:extLst xmlns:a="http://schemas.openxmlformats.org/drawingml/2006/main">
              <a:ext uri="{FF2B5EF4-FFF2-40B4-BE49-F238E27FC236}">
                <a16:creationId xmlns:a16="http://schemas.microsoft.com/office/drawing/2014/main" id="{C08DBE9A-8D96-4513-A39C-61F9E61D9AFA}"/>
              </a:ext>
            </a:extLst>
          </p:cNvPr>
          <p:cNvSpPr>
            <a:spLocks xmlns:a="http://schemas.openxmlformats.org/drawingml/2006/main" noGrp="1"/>
          </p:cNvSpPr>
          <p:nvPr/>
        </p:nvSpPr>
        <p:spPr>
          <a:xfrm xmlns:a="http://schemas.openxmlformats.org/drawingml/2006/main">
            <a:off x="6972300" y="4391025"/>
            <a:ext cx="4457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0">
                <a:solidFill>
                  <a:srgbClr val="F4F8FC"/>
                </a:solidFill>
                <a:latin typeface="Arial"/>
                <a:ea typeface="Arial"/>
                <a:cs typeface="Arial"/>
              </a:defRPr>
            </a:defPPr>
            <a:lvl1pPr algn="l">
              <a:defRPr sz="2625" b="0">
                <a:solidFill>
                  <a:srgbClr val="F4F8FC"/>
                </a:solidFill>
                <a:latin typeface="Arial"/>
                <a:ea typeface="Arial"/>
                <a:cs typeface="Arial"/>
              </a:defRPr>
            </a:lvl1pPr>
            <a:lvl2pPr algn="l">
              <a:defRPr sz="2625" b="0">
                <a:solidFill>
                  <a:srgbClr val="F4F8FC"/>
                </a:solidFill>
                <a:latin typeface="Arial"/>
                <a:ea typeface="Arial"/>
                <a:cs typeface="Arial"/>
              </a:defRPr>
            </a:lvl2pPr>
            <a:lvl3pPr algn="l">
              <a:defRPr sz="2625" b="0">
                <a:solidFill>
                  <a:srgbClr val="F4F8FC"/>
                </a:solidFill>
                <a:latin typeface="Arial"/>
                <a:ea typeface="Arial"/>
                <a:cs typeface="Arial"/>
              </a:defRPr>
            </a:lvl3pPr>
            <a:lvl4pPr algn="l">
              <a:defRPr sz="2625" b="0">
                <a:solidFill>
                  <a:srgbClr val="F4F8FC"/>
                </a:solidFill>
                <a:latin typeface="Arial"/>
                <a:ea typeface="Arial"/>
                <a:cs typeface="Arial"/>
              </a:defRPr>
            </a:lvl4pPr>
            <a:lvl5pPr algn="l">
              <a:defRPr sz="2625" b="0">
                <a:solidFill>
                  <a:srgbClr val="F4F8FC"/>
                </a:solidFill>
                <a:latin typeface="Arial"/>
                <a:ea typeface="Arial"/>
                <a:cs typeface="Arial"/>
              </a:defRPr>
            </a:lvl5pPr>
            <a:lvl6pPr algn="l">
              <a:defRPr sz="2625" b="0">
                <a:solidFill>
                  <a:srgbClr val="F4F8FC"/>
                </a:solidFill>
                <a:latin typeface="Arial"/>
                <a:ea typeface="Arial"/>
                <a:cs typeface="Arial"/>
              </a:defRPr>
            </a:lvl6pPr>
            <a:lvl7pPr algn="l">
              <a:defRPr sz="2625" b="0">
                <a:solidFill>
                  <a:srgbClr val="F4F8FC"/>
                </a:solidFill>
                <a:latin typeface="Arial"/>
                <a:ea typeface="Arial"/>
                <a:cs typeface="Arial"/>
              </a:defRPr>
            </a:lvl7pPr>
            <a:lvl8pPr algn="l">
              <a:defRPr sz="2625" b="0">
                <a:solidFill>
                  <a:srgbClr val="F4F8FC"/>
                </a:solidFill>
                <a:latin typeface="Arial"/>
                <a:ea typeface="Arial"/>
                <a:cs typeface="Arial"/>
              </a:defRPr>
            </a:lvl8pPr>
            <a:lvl9pPr algn="l">
              <a:defRPr sz="2625" b="0">
                <a:solidFill>
                  <a:srgbClr val="F4F8FC"/>
                </a:solidFill>
                <a:latin typeface="Arial"/>
                <a:ea typeface="Arial"/>
                <a:cs typeface="Arial"/>
              </a:defRPr>
            </a:lvl9pPr>
          </a:lstStyle>
          <a:p xmlns:a="http://schemas.openxmlformats.org/drawingml/2006/main">
            <a:pPr algn="l">
              <a:defRPr sz="2625" b="0">
                <a:solidFill>
                  <a:srgbClr val="F4F8FC"/>
                </a:solidFill>
                <a:latin typeface="Arial"/>
                <a:ea typeface="Arial"/>
                <a:cs typeface="Arial"/>
              </a:defRPr>
            </a:pPr>
            <a:r>
              <a:rPr sz="2625" b="0">
                <a:solidFill>
                  <a:srgbClr val="F4F8FC"/>
                </a:solidFill>
                <a:latin typeface="Arial"/>
                <a:ea typeface="Arial"/>
                <a:cs typeface="Arial"/>
              </a:rPr>
              <a:t>Truy cập khi cần</a:t>
            </a:r>
          </a:p>
        </p:txBody>
      </p:sp>
      <p:sp>
        <p:nvSpPr>
          <p:cNvPr id="12" name="">
            <a:extLst xmlns:a="http://schemas.openxmlformats.org/drawingml/2006/main">
              <a:ext uri="{FF2B5EF4-FFF2-40B4-BE49-F238E27FC236}">
                <a16:creationId xmlns:a16="http://schemas.microsoft.com/office/drawing/2014/main" id="{880C1258-D4D8-417E-B6D7-D6720290989C}"/>
              </a:ext>
            </a:extLst>
          </p:cNvPr>
          <p:cNvSpPr>
            <a:spLocks xmlns:a="http://schemas.openxmlformats.org/drawingml/2006/main" noGrp="1"/>
          </p:cNvSpPr>
          <p:nvPr/>
        </p:nvSpPr>
        <p:spPr>
          <a:xfrm xmlns:a="http://schemas.openxmlformats.org/drawingml/2006/main">
            <a:off x="781050" y="5648325"/>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A8BFCE"/>
                </a:solidFill>
                <a:latin typeface="Arial"/>
                <a:ea typeface="Arial"/>
                <a:cs typeface="Arial"/>
              </a:defRPr>
            </a:defPPr>
            <a:lvl1pPr algn="l">
              <a:defRPr sz="2175" b="0">
                <a:solidFill>
                  <a:srgbClr val="A8BFCE"/>
                </a:solidFill>
                <a:latin typeface="Arial"/>
                <a:ea typeface="Arial"/>
                <a:cs typeface="Arial"/>
              </a:defRPr>
            </a:lvl1pPr>
            <a:lvl2pPr algn="l">
              <a:defRPr sz="2175" b="0">
                <a:solidFill>
                  <a:srgbClr val="A8BFCE"/>
                </a:solidFill>
                <a:latin typeface="Arial"/>
                <a:ea typeface="Arial"/>
                <a:cs typeface="Arial"/>
              </a:defRPr>
            </a:lvl2pPr>
            <a:lvl3pPr algn="l">
              <a:defRPr sz="2175" b="0">
                <a:solidFill>
                  <a:srgbClr val="A8BFCE"/>
                </a:solidFill>
                <a:latin typeface="Arial"/>
                <a:ea typeface="Arial"/>
                <a:cs typeface="Arial"/>
              </a:defRPr>
            </a:lvl3pPr>
            <a:lvl4pPr algn="l">
              <a:defRPr sz="2175" b="0">
                <a:solidFill>
                  <a:srgbClr val="A8BFCE"/>
                </a:solidFill>
                <a:latin typeface="Arial"/>
                <a:ea typeface="Arial"/>
                <a:cs typeface="Arial"/>
              </a:defRPr>
            </a:lvl4pPr>
            <a:lvl5pPr algn="l">
              <a:defRPr sz="2175" b="0">
                <a:solidFill>
                  <a:srgbClr val="A8BFCE"/>
                </a:solidFill>
                <a:latin typeface="Arial"/>
                <a:ea typeface="Arial"/>
                <a:cs typeface="Arial"/>
              </a:defRPr>
            </a:lvl5pPr>
            <a:lvl6pPr algn="l">
              <a:defRPr sz="2175" b="0">
                <a:solidFill>
                  <a:srgbClr val="A8BFCE"/>
                </a:solidFill>
                <a:latin typeface="Arial"/>
                <a:ea typeface="Arial"/>
                <a:cs typeface="Arial"/>
              </a:defRPr>
            </a:lvl6pPr>
            <a:lvl7pPr algn="l">
              <a:defRPr sz="2175" b="0">
                <a:solidFill>
                  <a:srgbClr val="A8BFCE"/>
                </a:solidFill>
                <a:latin typeface="Arial"/>
                <a:ea typeface="Arial"/>
                <a:cs typeface="Arial"/>
              </a:defRPr>
            </a:lvl7pPr>
            <a:lvl8pPr algn="l">
              <a:defRPr sz="2175" b="0">
                <a:solidFill>
                  <a:srgbClr val="A8BFCE"/>
                </a:solidFill>
                <a:latin typeface="Arial"/>
                <a:ea typeface="Arial"/>
                <a:cs typeface="Arial"/>
              </a:defRPr>
            </a:lvl8pPr>
            <a:lvl9pPr algn="l">
              <a:defRPr sz="2175" b="0">
                <a:solidFill>
                  <a:srgbClr val="A8BFCE"/>
                </a:solidFill>
                <a:latin typeface="Arial"/>
                <a:ea typeface="Arial"/>
                <a:cs typeface="Arial"/>
              </a:defRPr>
            </a:lvl9pPr>
          </a:lstStyle>
          <a:p xmlns:a="http://schemas.openxmlformats.org/drawingml/2006/main">
            <a:pPr algn="l">
              <a:defRPr sz="2175" b="0">
                <a:solidFill>
                  <a:srgbClr val="A8BFCE"/>
                </a:solidFill>
                <a:latin typeface="Arial"/>
                <a:ea typeface="Arial"/>
                <a:cs typeface="Arial"/>
              </a:defRPr>
            </a:pPr>
            <a:r>
              <a:rPr sz="2175" b="0">
                <a:solidFill>
                  <a:srgbClr val="A8BFCE"/>
                </a:solidFill>
                <a:latin typeface="Arial"/>
                <a:ea typeface="Arial"/>
                <a:cs typeface="Arial"/>
              </a:rPr>
              <a:t>Mục tiêu thiết kế của S3 Standard trong một năm</a:t>
            </a:r>
          </a:p>
        </p:txBody>
      </p:sp>
    </p:spTree>
    <p:extLst>
      <p:ext uri="{BB962C8B-B14F-4D97-AF65-F5344CB8AC3E}">
        <p14:creationId xmlns:p14="http://schemas.microsoft.com/office/powerpoint/2010/main" val="2005571831"/>
      </p:ext>
    </p:extLst>
  </p:cSld>
</p:sld>
</file>

<file path=ppt/slides/slide15.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A0A14FF7-A665-41E0-BF2D-5037FF56C169}"/>
              </a:ext>
            </a:extLst>
          </p:cNvPr>
          <p:cNvPicPr>
            <a:picLocks xmlns:a="http://schemas.openxmlformats.org/drawingml/2006/main" noChangeAspect="1"/>
          </p:cNvPicPr>
          <p:nvPr/>
        </p:nvPicPr>
        <p:blipFill>
          <a:blip xmlns:r="http://schemas.openxmlformats.org/officeDocument/2006/relationships" xmlns:a="http://schemas.openxmlformats.org/drawingml/2006/main" r:embed="Rfc062d51f24c491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A89747-AD73-4638-B591-AE590AB193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30DF05C1-CA73-4CBA-A352-F16E9A62DB18}"/>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Strong consistency</a:t>
            </a:r>
          </a:p>
        </p:txBody>
      </p:sp>
      <p:sp>
        <p:nvSpPr>
          <p:cNvPr id="4" name="">
            <a:extLst xmlns:a="http://schemas.openxmlformats.org/drawingml/2006/main">
              <a:ext uri="{FF2B5EF4-FFF2-40B4-BE49-F238E27FC236}">
                <a16:creationId xmlns:a16="http://schemas.microsoft.com/office/drawing/2014/main" id="{9902C994-B38D-4FD2-879A-FABD7859176C}"/>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6AFDC29B-A224-448D-801B-617E0336EAAC}"/>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15 / 45</a:t>
            </a:r>
          </a:p>
        </p:txBody>
      </p:sp>
      <p:sp>
        <p:nvSpPr>
          <p:cNvPr id="6" name="">
            <a:extLst xmlns:a="http://schemas.openxmlformats.org/drawingml/2006/main">
              <a:ext uri="{FF2B5EF4-FFF2-40B4-BE49-F238E27FC236}">
                <a16:creationId xmlns:a16="http://schemas.microsoft.com/office/drawing/2014/main" id="{ABF3F3EF-6E8D-4F61-9336-4B73435B5106}"/>
              </a:ext>
            </a:extLst>
          </p:cNvPr>
          <p:cNvSpPr>
            <a:spLocks xmlns:a="http://schemas.openxmlformats.org/drawingml/2006/main" noGrp="1"/>
          </p:cNvSpPr>
          <p:nvPr/>
        </p:nvSpPr>
        <p:spPr>
          <a:xfrm xmlns:a="http://schemas.openxmlformats.org/drawingml/2006/main">
            <a:off x="762000" y="2305050"/>
            <a:ext cx="3143250" cy="112395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86C9484C-A50A-4EB0-A209-852545B69473}"/>
              </a:ext>
            </a:extLst>
          </p:cNvPr>
          <p:cNvSpPr>
            <a:spLocks xmlns:a="http://schemas.openxmlformats.org/drawingml/2006/main" noGrp="1"/>
          </p:cNvSpPr>
          <p:nvPr/>
        </p:nvSpPr>
        <p:spPr>
          <a:xfrm xmlns:a="http://schemas.openxmlformats.org/drawingml/2006/main">
            <a:off x="895350" y="2495550"/>
            <a:ext cx="28765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PUT thành công</a:t>
            </a:r>
          </a:p>
        </p:txBody>
      </p:sp>
      <p:sp>
        <p:nvSpPr>
          <p:cNvPr id="8" name="">
            <a:extLst xmlns:a="http://schemas.openxmlformats.org/drawingml/2006/main">
              <a:ext uri="{FF2B5EF4-FFF2-40B4-BE49-F238E27FC236}">
                <a16:creationId xmlns:a16="http://schemas.microsoft.com/office/drawing/2014/main" id="{1D5CFB05-337C-4EA7-9934-C8D52E873AF7}"/>
              </a:ext>
            </a:extLst>
          </p:cNvPr>
          <p:cNvSpPr>
            <a:spLocks xmlns:a="http://schemas.openxmlformats.org/drawingml/2006/main" noGrp="1"/>
          </p:cNvSpPr>
          <p:nvPr/>
        </p:nvSpPr>
        <p:spPr>
          <a:xfrm xmlns:a="http://schemas.openxmlformats.org/drawingml/2006/main">
            <a:off x="4524375" y="2305050"/>
            <a:ext cx="3143250" cy="112395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A19EA440-EBA5-4EB7-9A65-61BF8CB52081}"/>
              </a:ext>
            </a:extLst>
          </p:cNvPr>
          <p:cNvSpPr>
            <a:spLocks xmlns:a="http://schemas.openxmlformats.org/drawingml/2006/main" noGrp="1"/>
          </p:cNvSpPr>
          <p:nvPr/>
        </p:nvSpPr>
        <p:spPr>
          <a:xfrm xmlns:a="http://schemas.openxmlformats.org/drawingml/2006/main">
            <a:off x="4657725" y="2495550"/>
            <a:ext cx="28765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GET</a:t>
            </a:r>
          </a:p>
        </p:txBody>
      </p:sp>
      <p:sp>
        <p:nvSpPr>
          <p:cNvPr id="10" name="">
            <a:extLst xmlns:a="http://schemas.openxmlformats.org/drawingml/2006/main">
              <a:ext uri="{FF2B5EF4-FFF2-40B4-BE49-F238E27FC236}">
                <a16:creationId xmlns:a16="http://schemas.microsoft.com/office/drawing/2014/main" id="{B210A98A-3723-401D-B91A-892F15BE83CA}"/>
              </a:ext>
            </a:extLst>
          </p:cNvPr>
          <p:cNvSpPr>
            <a:spLocks xmlns:a="http://schemas.openxmlformats.org/drawingml/2006/main" noGrp="1"/>
          </p:cNvSpPr>
          <p:nvPr/>
        </p:nvSpPr>
        <p:spPr>
          <a:xfrm xmlns:a="http://schemas.openxmlformats.org/drawingml/2006/main">
            <a:off x="3981450" y="262890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06F86CB-F466-4C5B-9A7E-16392D70360E}"/>
              </a:ext>
            </a:extLst>
          </p:cNvPr>
          <p:cNvSpPr>
            <a:spLocks xmlns:a="http://schemas.openxmlformats.org/drawingml/2006/main" noGrp="1"/>
          </p:cNvSpPr>
          <p:nvPr/>
        </p:nvSpPr>
        <p:spPr>
          <a:xfrm xmlns:a="http://schemas.openxmlformats.org/drawingml/2006/main">
            <a:off x="8286750" y="2305050"/>
            <a:ext cx="3143250" cy="112395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2" name="">
            <a:extLst xmlns:a="http://schemas.openxmlformats.org/drawingml/2006/main">
              <a:ext uri="{FF2B5EF4-FFF2-40B4-BE49-F238E27FC236}">
                <a16:creationId xmlns:a16="http://schemas.microsoft.com/office/drawing/2014/main" id="{74BBF06C-F2C7-44A4-869A-B147A9AB8052}"/>
              </a:ext>
            </a:extLst>
          </p:cNvPr>
          <p:cNvSpPr>
            <a:spLocks xmlns:a="http://schemas.openxmlformats.org/drawingml/2006/main" noGrp="1"/>
          </p:cNvSpPr>
          <p:nvPr/>
        </p:nvSpPr>
        <p:spPr>
          <a:xfrm xmlns:a="http://schemas.openxmlformats.org/drawingml/2006/main">
            <a:off x="8420100" y="2495550"/>
            <a:ext cx="28765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Bản mới</a:t>
            </a:r>
          </a:p>
        </p:txBody>
      </p:sp>
      <p:sp>
        <p:nvSpPr>
          <p:cNvPr id="13" name="">
            <a:extLst xmlns:a="http://schemas.openxmlformats.org/drawingml/2006/main">
              <a:ext uri="{FF2B5EF4-FFF2-40B4-BE49-F238E27FC236}">
                <a16:creationId xmlns:a16="http://schemas.microsoft.com/office/drawing/2014/main" id="{0C69542A-E963-4312-8A2C-8301B784F6F9}"/>
              </a:ext>
            </a:extLst>
          </p:cNvPr>
          <p:cNvSpPr>
            <a:spLocks xmlns:a="http://schemas.openxmlformats.org/drawingml/2006/main" noGrp="1"/>
          </p:cNvSpPr>
          <p:nvPr/>
        </p:nvSpPr>
        <p:spPr>
          <a:xfrm xmlns:a="http://schemas.openxmlformats.org/drawingml/2006/main">
            <a:off x="7743825" y="262890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B97CCC42-28BD-4F26-9B67-D15F3DC40571}"/>
              </a:ext>
            </a:extLst>
          </p:cNvPr>
          <p:cNvSpPr>
            <a:spLocks xmlns:a="http://schemas.openxmlformats.org/drawingml/2006/main" noGrp="1"/>
          </p:cNvSpPr>
          <p:nvPr/>
        </p:nvSpPr>
        <p:spPr>
          <a:xfrm xmlns:a="http://schemas.openxmlformats.org/drawingml/2006/main">
            <a:off x="781050" y="42291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15" name="">
            <a:extLst xmlns:a="http://schemas.openxmlformats.org/drawingml/2006/main">
              <a:ext uri="{FF2B5EF4-FFF2-40B4-BE49-F238E27FC236}">
                <a16:creationId xmlns:a16="http://schemas.microsoft.com/office/drawing/2014/main" id="{2561CAF3-45D4-4F16-9E06-C8D1CFAFF433}"/>
              </a:ext>
            </a:extLst>
          </p:cNvPr>
          <p:cNvSpPr>
            <a:spLocks xmlns:a="http://schemas.openxmlformats.org/drawingml/2006/main" noGrp="1"/>
          </p:cNvSpPr>
          <p:nvPr/>
        </p:nvSpPr>
        <p:spPr>
          <a:xfrm xmlns:a="http://schemas.openxmlformats.org/drawingml/2006/main">
            <a:off x="1428750" y="4200525"/>
            <a:ext cx="9925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F4F8FC"/>
                </a:solidFill>
                <a:latin typeface="Arial"/>
                <a:ea typeface="Arial"/>
                <a:cs typeface="Arial"/>
              </a:defRPr>
            </a:defPPr>
            <a:lvl1pPr algn="l">
              <a:defRPr sz="2475" b="0">
                <a:solidFill>
                  <a:srgbClr val="F4F8FC"/>
                </a:solidFill>
                <a:latin typeface="Arial"/>
                <a:ea typeface="Arial"/>
                <a:cs typeface="Arial"/>
              </a:defRPr>
            </a:lvl1pPr>
            <a:lvl2pPr algn="l">
              <a:defRPr sz="2475" b="0">
                <a:solidFill>
                  <a:srgbClr val="F4F8FC"/>
                </a:solidFill>
                <a:latin typeface="Arial"/>
                <a:ea typeface="Arial"/>
                <a:cs typeface="Arial"/>
              </a:defRPr>
            </a:lvl2pPr>
            <a:lvl3pPr algn="l">
              <a:defRPr sz="2475" b="0">
                <a:solidFill>
                  <a:srgbClr val="F4F8FC"/>
                </a:solidFill>
                <a:latin typeface="Arial"/>
                <a:ea typeface="Arial"/>
                <a:cs typeface="Arial"/>
              </a:defRPr>
            </a:lvl3pPr>
            <a:lvl4pPr algn="l">
              <a:defRPr sz="2475" b="0">
                <a:solidFill>
                  <a:srgbClr val="F4F8FC"/>
                </a:solidFill>
                <a:latin typeface="Arial"/>
                <a:ea typeface="Arial"/>
                <a:cs typeface="Arial"/>
              </a:defRPr>
            </a:lvl4pPr>
            <a:lvl5pPr algn="l">
              <a:defRPr sz="2475" b="0">
                <a:solidFill>
                  <a:srgbClr val="F4F8FC"/>
                </a:solidFill>
                <a:latin typeface="Arial"/>
                <a:ea typeface="Arial"/>
                <a:cs typeface="Arial"/>
              </a:defRPr>
            </a:lvl5pPr>
            <a:lvl6pPr algn="l">
              <a:defRPr sz="2475" b="0">
                <a:solidFill>
                  <a:srgbClr val="F4F8FC"/>
                </a:solidFill>
                <a:latin typeface="Arial"/>
                <a:ea typeface="Arial"/>
                <a:cs typeface="Arial"/>
              </a:defRPr>
            </a:lvl6pPr>
            <a:lvl7pPr algn="l">
              <a:defRPr sz="2475" b="0">
                <a:solidFill>
                  <a:srgbClr val="F4F8FC"/>
                </a:solidFill>
                <a:latin typeface="Arial"/>
                <a:ea typeface="Arial"/>
                <a:cs typeface="Arial"/>
              </a:defRPr>
            </a:lvl7pPr>
            <a:lvl8pPr algn="l">
              <a:defRPr sz="2475" b="0">
                <a:solidFill>
                  <a:srgbClr val="F4F8FC"/>
                </a:solidFill>
                <a:latin typeface="Arial"/>
                <a:ea typeface="Arial"/>
                <a:cs typeface="Arial"/>
              </a:defRPr>
            </a:lvl8pPr>
            <a:lvl9pPr algn="l">
              <a:defRPr sz="2475" b="0">
                <a:solidFill>
                  <a:srgbClr val="F4F8FC"/>
                </a:solidFill>
                <a:latin typeface="Arial"/>
                <a:ea typeface="Arial"/>
                <a:cs typeface="Arial"/>
              </a:defRPr>
            </a:lvl9pPr>
          </a:lstStyle>
          <a:p xmlns:a="http://schemas.openxmlformats.org/drawingml/2006/main">
            <a:pPr algn="l">
              <a:defRPr sz="2475" b="0">
                <a:solidFill>
                  <a:srgbClr val="F4F8FC"/>
                </a:solidFill>
                <a:latin typeface="Arial"/>
                <a:ea typeface="Arial"/>
                <a:cs typeface="Arial"/>
              </a:defRPr>
            </a:pPr>
            <a:r>
              <a:rPr sz="2475" b="0">
                <a:solidFill>
                  <a:srgbClr val="F4F8FC"/>
                </a:solidFill>
                <a:latin typeface="Arial"/>
                <a:ea typeface="Arial"/>
                <a:cs typeface="Arial"/>
              </a:rPr>
              <a:t>LIST phản ánh thay đổi đã thành công</a:t>
            </a:r>
          </a:p>
        </p:txBody>
      </p:sp>
      <p:sp>
        <p:nvSpPr>
          <p:cNvPr id="16" name="">
            <a:extLst xmlns:a="http://schemas.openxmlformats.org/drawingml/2006/main">
              <a:ext uri="{FF2B5EF4-FFF2-40B4-BE49-F238E27FC236}">
                <a16:creationId xmlns:a16="http://schemas.microsoft.com/office/drawing/2014/main" id="{BA577784-9472-4592-8C80-00F4DDAF0C57}"/>
              </a:ext>
            </a:extLst>
          </p:cNvPr>
          <p:cNvSpPr>
            <a:spLocks xmlns:a="http://schemas.openxmlformats.org/drawingml/2006/main" noGrp="1"/>
          </p:cNvSpPr>
          <p:nvPr/>
        </p:nvSpPr>
        <p:spPr>
          <a:xfrm xmlns:a="http://schemas.openxmlformats.org/drawingml/2006/main">
            <a:off x="781050" y="50958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B92BD3B1-E67C-4F3C-99BC-A9EF66E6F0C5}"/>
              </a:ext>
            </a:extLst>
          </p:cNvPr>
          <p:cNvSpPr>
            <a:spLocks xmlns:a="http://schemas.openxmlformats.org/drawingml/2006/main" noGrp="1"/>
          </p:cNvSpPr>
          <p:nvPr/>
        </p:nvSpPr>
        <p:spPr>
          <a:xfrm xmlns:a="http://schemas.openxmlformats.org/drawingml/2006/main">
            <a:off x="1428750" y="5067300"/>
            <a:ext cx="9925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F4F8FC"/>
                </a:solidFill>
                <a:latin typeface="Arial"/>
                <a:ea typeface="Arial"/>
                <a:cs typeface="Arial"/>
              </a:defRPr>
            </a:defPPr>
            <a:lvl1pPr algn="l">
              <a:defRPr sz="2475" b="0">
                <a:solidFill>
                  <a:srgbClr val="F4F8FC"/>
                </a:solidFill>
                <a:latin typeface="Arial"/>
                <a:ea typeface="Arial"/>
                <a:cs typeface="Arial"/>
              </a:defRPr>
            </a:lvl1pPr>
            <a:lvl2pPr algn="l">
              <a:defRPr sz="2475" b="0">
                <a:solidFill>
                  <a:srgbClr val="F4F8FC"/>
                </a:solidFill>
                <a:latin typeface="Arial"/>
                <a:ea typeface="Arial"/>
                <a:cs typeface="Arial"/>
              </a:defRPr>
            </a:lvl2pPr>
            <a:lvl3pPr algn="l">
              <a:defRPr sz="2475" b="0">
                <a:solidFill>
                  <a:srgbClr val="F4F8FC"/>
                </a:solidFill>
                <a:latin typeface="Arial"/>
                <a:ea typeface="Arial"/>
                <a:cs typeface="Arial"/>
              </a:defRPr>
            </a:lvl3pPr>
            <a:lvl4pPr algn="l">
              <a:defRPr sz="2475" b="0">
                <a:solidFill>
                  <a:srgbClr val="F4F8FC"/>
                </a:solidFill>
                <a:latin typeface="Arial"/>
                <a:ea typeface="Arial"/>
                <a:cs typeface="Arial"/>
              </a:defRPr>
            </a:lvl4pPr>
            <a:lvl5pPr algn="l">
              <a:defRPr sz="2475" b="0">
                <a:solidFill>
                  <a:srgbClr val="F4F8FC"/>
                </a:solidFill>
                <a:latin typeface="Arial"/>
                <a:ea typeface="Arial"/>
                <a:cs typeface="Arial"/>
              </a:defRPr>
            </a:lvl5pPr>
            <a:lvl6pPr algn="l">
              <a:defRPr sz="2475" b="0">
                <a:solidFill>
                  <a:srgbClr val="F4F8FC"/>
                </a:solidFill>
                <a:latin typeface="Arial"/>
                <a:ea typeface="Arial"/>
                <a:cs typeface="Arial"/>
              </a:defRPr>
            </a:lvl6pPr>
            <a:lvl7pPr algn="l">
              <a:defRPr sz="2475" b="0">
                <a:solidFill>
                  <a:srgbClr val="F4F8FC"/>
                </a:solidFill>
                <a:latin typeface="Arial"/>
                <a:ea typeface="Arial"/>
                <a:cs typeface="Arial"/>
              </a:defRPr>
            </a:lvl7pPr>
            <a:lvl8pPr algn="l">
              <a:defRPr sz="2475" b="0">
                <a:solidFill>
                  <a:srgbClr val="F4F8FC"/>
                </a:solidFill>
                <a:latin typeface="Arial"/>
                <a:ea typeface="Arial"/>
                <a:cs typeface="Arial"/>
              </a:defRPr>
            </a:lvl8pPr>
            <a:lvl9pPr algn="l">
              <a:defRPr sz="2475" b="0">
                <a:solidFill>
                  <a:srgbClr val="F4F8FC"/>
                </a:solidFill>
                <a:latin typeface="Arial"/>
                <a:ea typeface="Arial"/>
                <a:cs typeface="Arial"/>
              </a:defRPr>
            </a:lvl9pPr>
          </a:lstStyle>
          <a:p xmlns:a="http://schemas.openxmlformats.org/drawingml/2006/main">
            <a:pPr algn="l">
              <a:defRPr sz="2475" b="0">
                <a:solidFill>
                  <a:srgbClr val="F4F8FC"/>
                </a:solidFill>
                <a:latin typeface="Arial"/>
                <a:ea typeface="Arial"/>
                <a:cs typeface="Arial"/>
              </a:defRPr>
            </a:pPr>
            <a:r>
              <a:rPr sz="2475" b="0">
                <a:solidFill>
                  <a:srgbClr val="F4F8FC"/>
                </a:solidFill>
                <a:latin typeface="Arial"/>
                <a:ea typeface="Arial"/>
                <a:cs typeface="Arial"/>
              </a:rPr>
              <a:t>Replication xuyên Region vẫn là cơ chế bất đồng bộ</a:t>
            </a:r>
          </a:p>
        </p:txBody>
      </p:sp>
    </p:spTree>
    <p:extLst>
      <p:ext uri="{BB962C8B-B14F-4D97-AF65-F5344CB8AC3E}">
        <p14:creationId xmlns:p14="http://schemas.microsoft.com/office/powerpoint/2010/main" val="2099729969"/>
      </p:ext>
    </p:extLst>
  </p:cSld>
</p:sld>
</file>

<file path=ppt/slides/slide16.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903DC75-4359-4EED-8D0E-20206970D330}"/>
              </a:ext>
            </a:extLst>
          </p:cNvPr>
          <p:cNvPicPr>
            <a:picLocks xmlns:a="http://schemas.openxmlformats.org/drawingml/2006/main" noChangeAspect="1"/>
          </p:cNvPicPr>
          <p:nvPr/>
        </p:nvPicPr>
        <p:blipFill>
          <a:blip xmlns:r="http://schemas.openxmlformats.org/officeDocument/2006/relationships" xmlns:a="http://schemas.openxmlformats.org/drawingml/2006/main" r:embed="R263ba0572d744ee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367ED5-173C-44EB-A4F6-69D069BECD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54E9819D-5D7A-4E98-83F0-0CA8D7FEC325}"/>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Mô hình trách nhiệm chung</a:t>
            </a:r>
          </a:p>
        </p:txBody>
      </p:sp>
      <p:sp>
        <p:nvSpPr>
          <p:cNvPr id="4" name="">
            <a:extLst xmlns:a="http://schemas.openxmlformats.org/drawingml/2006/main">
              <a:ext uri="{FF2B5EF4-FFF2-40B4-BE49-F238E27FC236}">
                <a16:creationId xmlns:a16="http://schemas.microsoft.com/office/drawing/2014/main" id="{31A97CC2-5D79-4C89-8396-066F1615E24F}"/>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A9247614-D48C-459D-9F04-885004825309}"/>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16 / 45</a:t>
            </a:r>
          </a:p>
        </p:txBody>
      </p:sp>
      <p:sp>
        <p:nvSpPr>
          <p:cNvPr id="6" name="">
            <a:extLst xmlns:a="http://schemas.openxmlformats.org/drawingml/2006/main">
              <a:ext uri="{FF2B5EF4-FFF2-40B4-BE49-F238E27FC236}">
                <a16:creationId xmlns:a16="http://schemas.microsoft.com/office/drawing/2014/main" id="{2E0F74CF-1807-414B-B95A-26825EA14756}"/>
              </a:ext>
            </a:extLst>
          </p:cNvPr>
          <p:cNvSpPr>
            <a:spLocks xmlns:a="http://schemas.openxmlformats.org/drawingml/2006/main" noGrp="1"/>
          </p:cNvSpPr>
          <p:nvPr/>
        </p:nvSpPr>
        <p:spPr>
          <a:xfrm xmlns:a="http://schemas.openxmlformats.org/drawingml/2006/main">
            <a:off x="781050" y="22669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00C7E5"/>
                </a:solidFill>
                <a:latin typeface="Arial"/>
                <a:ea typeface="Arial"/>
                <a:cs typeface="Arial"/>
              </a:defRPr>
            </a:defPPr>
            <a:lvl1pPr algn="l">
              <a:defRPr sz="4125" b="1">
                <a:solidFill>
                  <a:srgbClr val="00C7E5"/>
                </a:solidFill>
                <a:latin typeface="Arial"/>
                <a:ea typeface="Arial"/>
                <a:cs typeface="Arial"/>
              </a:defRPr>
            </a:lvl1pPr>
            <a:lvl2pPr algn="l">
              <a:defRPr sz="4125" b="1">
                <a:solidFill>
                  <a:srgbClr val="00C7E5"/>
                </a:solidFill>
                <a:latin typeface="Arial"/>
                <a:ea typeface="Arial"/>
                <a:cs typeface="Arial"/>
              </a:defRPr>
            </a:lvl2pPr>
            <a:lvl3pPr algn="l">
              <a:defRPr sz="4125" b="1">
                <a:solidFill>
                  <a:srgbClr val="00C7E5"/>
                </a:solidFill>
                <a:latin typeface="Arial"/>
                <a:ea typeface="Arial"/>
                <a:cs typeface="Arial"/>
              </a:defRPr>
            </a:lvl3pPr>
            <a:lvl4pPr algn="l">
              <a:defRPr sz="4125" b="1">
                <a:solidFill>
                  <a:srgbClr val="00C7E5"/>
                </a:solidFill>
                <a:latin typeface="Arial"/>
                <a:ea typeface="Arial"/>
                <a:cs typeface="Arial"/>
              </a:defRPr>
            </a:lvl4pPr>
            <a:lvl5pPr algn="l">
              <a:defRPr sz="4125" b="1">
                <a:solidFill>
                  <a:srgbClr val="00C7E5"/>
                </a:solidFill>
                <a:latin typeface="Arial"/>
                <a:ea typeface="Arial"/>
                <a:cs typeface="Arial"/>
              </a:defRPr>
            </a:lvl5pPr>
            <a:lvl6pPr algn="l">
              <a:defRPr sz="4125" b="1">
                <a:solidFill>
                  <a:srgbClr val="00C7E5"/>
                </a:solidFill>
                <a:latin typeface="Arial"/>
                <a:ea typeface="Arial"/>
                <a:cs typeface="Arial"/>
              </a:defRPr>
            </a:lvl6pPr>
            <a:lvl7pPr algn="l">
              <a:defRPr sz="4125" b="1">
                <a:solidFill>
                  <a:srgbClr val="00C7E5"/>
                </a:solidFill>
                <a:latin typeface="Arial"/>
                <a:ea typeface="Arial"/>
                <a:cs typeface="Arial"/>
              </a:defRPr>
            </a:lvl7pPr>
            <a:lvl8pPr algn="l">
              <a:defRPr sz="4125" b="1">
                <a:solidFill>
                  <a:srgbClr val="00C7E5"/>
                </a:solidFill>
                <a:latin typeface="Arial"/>
                <a:ea typeface="Arial"/>
                <a:cs typeface="Arial"/>
              </a:defRPr>
            </a:lvl8pPr>
            <a:lvl9pPr algn="l">
              <a:defRPr sz="4125" b="1">
                <a:solidFill>
                  <a:srgbClr val="00C7E5"/>
                </a:solidFill>
                <a:latin typeface="Arial"/>
                <a:ea typeface="Arial"/>
                <a:cs typeface="Arial"/>
              </a:defRPr>
            </a:lvl9pPr>
          </a:lstStyle>
          <a:p xmlns:a="http://schemas.openxmlformats.org/drawingml/2006/main">
            <a:pPr algn="l">
              <a:defRPr sz="4125" b="1">
                <a:solidFill>
                  <a:srgbClr val="00C7E5"/>
                </a:solidFill>
                <a:latin typeface="Arial"/>
                <a:ea typeface="Arial"/>
                <a:cs typeface="Arial"/>
              </a:defRPr>
            </a:pPr>
            <a:r>
              <a:rPr sz="4125" b="1">
                <a:solidFill>
                  <a:srgbClr val="00C7E5"/>
                </a:solidFill>
                <a:latin typeface="Arial"/>
                <a:ea typeface="Arial"/>
                <a:cs typeface="Arial"/>
              </a:rPr>
              <a:t>AWS</a:t>
            </a:r>
          </a:p>
        </p:txBody>
      </p:sp>
      <p:sp>
        <p:nvSpPr>
          <p:cNvPr id="7" name="">
            <a:extLst xmlns:a="http://schemas.openxmlformats.org/drawingml/2006/main">
              <a:ext uri="{FF2B5EF4-FFF2-40B4-BE49-F238E27FC236}">
                <a16:creationId xmlns:a16="http://schemas.microsoft.com/office/drawing/2014/main" id="{E9F59DE0-FEF8-4501-BD7F-C1B21789BC8F}"/>
              </a:ext>
            </a:extLst>
          </p:cNvPr>
          <p:cNvSpPr>
            <a:spLocks xmlns:a="http://schemas.openxmlformats.org/drawingml/2006/main" noGrp="1"/>
          </p:cNvSpPr>
          <p:nvPr/>
        </p:nvSpPr>
        <p:spPr>
          <a:xfrm xmlns:a="http://schemas.openxmlformats.org/drawingml/2006/main">
            <a:off x="6667500" y="2266950"/>
            <a:ext cx="4714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125" b="1">
                <a:solidFill>
                  <a:srgbClr val="FFAC58"/>
                </a:solidFill>
                <a:latin typeface="Arial"/>
                <a:ea typeface="Arial"/>
                <a:cs typeface="Arial"/>
              </a:defRPr>
            </a:defPPr>
            <a:lvl1pPr algn="l">
              <a:defRPr sz="4125" b="1">
                <a:solidFill>
                  <a:srgbClr val="FFAC58"/>
                </a:solidFill>
                <a:latin typeface="Arial"/>
                <a:ea typeface="Arial"/>
                <a:cs typeface="Arial"/>
              </a:defRPr>
            </a:lvl1pPr>
            <a:lvl2pPr algn="l">
              <a:defRPr sz="4125" b="1">
                <a:solidFill>
                  <a:srgbClr val="FFAC58"/>
                </a:solidFill>
                <a:latin typeface="Arial"/>
                <a:ea typeface="Arial"/>
                <a:cs typeface="Arial"/>
              </a:defRPr>
            </a:lvl2pPr>
            <a:lvl3pPr algn="l">
              <a:defRPr sz="4125" b="1">
                <a:solidFill>
                  <a:srgbClr val="FFAC58"/>
                </a:solidFill>
                <a:latin typeface="Arial"/>
                <a:ea typeface="Arial"/>
                <a:cs typeface="Arial"/>
              </a:defRPr>
            </a:lvl3pPr>
            <a:lvl4pPr algn="l">
              <a:defRPr sz="4125" b="1">
                <a:solidFill>
                  <a:srgbClr val="FFAC58"/>
                </a:solidFill>
                <a:latin typeface="Arial"/>
                <a:ea typeface="Arial"/>
                <a:cs typeface="Arial"/>
              </a:defRPr>
            </a:lvl4pPr>
            <a:lvl5pPr algn="l">
              <a:defRPr sz="4125" b="1">
                <a:solidFill>
                  <a:srgbClr val="FFAC58"/>
                </a:solidFill>
                <a:latin typeface="Arial"/>
                <a:ea typeface="Arial"/>
                <a:cs typeface="Arial"/>
              </a:defRPr>
            </a:lvl5pPr>
            <a:lvl6pPr algn="l">
              <a:defRPr sz="4125" b="1">
                <a:solidFill>
                  <a:srgbClr val="FFAC58"/>
                </a:solidFill>
                <a:latin typeface="Arial"/>
                <a:ea typeface="Arial"/>
                <a:cs typeface="Arial"/>
              </a:defRPr>
            </a:lvl6pPr>
            <a:lvl7pPr algn="l">
              <a:defRPr sz="4125" b="1">
                <a:solidFill>
                  <a:srgbClr val="FFAC58"/>
                </a:solidFill>
                <a:latin typeface="Arial"/>
                <a:ea typeface="Arial"/>
                <a:cs typeface="Arial"/>
              </a:defRPr>
            </a:lvl7pPr>
            <a:lvl8pPr algn="l">
              <a:defRPr sz="4125" b="1">
                <a:solidFill>
                  <a:srgbClr val="FFAC58"/>
                </a:solidFill>
                <a:latin typeface="Arial"/>
                <a:ea typeface="Arial"/>
                <a:cs typeface="Arial"/>
              </a:defRPr>
            </a:lvl8pPr>
            <a:lvl9pPr algn="l">
              <a:defRPr sz="4125" b="1">
                <a:solidFill>
                  <a:srgbClr val="FFAC58"/>
                </a:solidFill>
                <a:latin typeface="Arial"/>
                <a:ea typeface="Arial"/>
                <a:cs typeface="Arial"/>
              </a:defRPr>
            </a:lvl9pPr>
          </a:lstStyle>
          <a:p xmlns:a="http://schemas.openxmlformats.org/drawingml/2006/main">
            <a:pPr algn="l">
              <a:defRPr sz="4125" b="1">
                <a:solidFill>
                  <a:srgbClr val="FFAC58"/>
                </a:solidFill>
                <a:latin typeface="Arial"/>
                <a:ea typeface="Arial"/>
                <a:cs typeface="Arial"/>
              </a:defRPr>
            </a:pPr>
            <a:r>
              <a:rPr sz="4125" b="1">
                <a:solidFill>
                  <a:srgbClr val="FFAC58"/>
                </a:solidFill>
                <a:latin typeface="Arial"/>
                <a:ea typeface="Arial"/>
                <a:cs typeface="Arial"/>
              </a:rPr>
              <a:t>Người dùng</a:t>
            </a:r>
          </a:p>
        </p:txBody>
      </p:sp>
      <p:sp>
        <p:nvSpPr>
          <p:cNvPr id="8" name="">
            <a:extLst xmlns:a="http://schemas.openxmlformats.org/drawingml/2006/main">
              <a:ext uri="{FF2B5EF4-FFF2-40B4-BE49-F238E27FC236}">
                <a16:creationId xmlns:a16="http://schemas.microsoft.com/office/drawing/2014/main" id="{B49C8C07-6FD0-42E8-B89A-019C334D1846}"/>
              </a:ext>
            </a:extLst>
          </p:cNvPr>
          <p:cNvSpPr>
            <a:spLocks xmlns:a="http://schemas.openxmlformats.org/drawingml/2006/main" noGrp="1"/>
          </p:cNvSpPr>
          <p:nvPr/>
        </p:nvSpPr>
        <p:spPr>
          <a:xfrm xmlns:a="http://schemas.openxmlformats.org/drawingml/2006/main">
            <a:off x="781050" y="3352800"/>
            <a:ext cx="4762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F4F8FC"/>
                </a:solidFill>
                <a:latin typeface="Arial"/>
                <a:ea typeface="Arial"/>
                <a:cs typeface="Arial"/>
              </a:defRPr>
            </a:defPPr>
            <a:lvl1pPr algn="l">
              <a:defRPr sz="2700" b="0">
                <a:solidFill>
                  <a:srgbClr val="F4F8FC"/>
                </a:solidFill>
                <a:latin typeface="Arial"/>
                <a:ea typeface="Arial"/>
                <a:cs typeface="Arial"/>
              </a:defRPr>
            </a:lvl1pPr>
            <a:lvl2pPr algn="l">
              <a:defRPr sz="2700" b="0">
                <a:solidFill>
                  <a:srgbClr val="F4F8FC"/>
                </a:solidFill>
                <a:latin typeface="Arial"/>
                <a:ea typeface="Arial"/>
                <a:cs typeface="Arial"/>
              </a:defRPr>
            </a:lvl2pPr>
            <a:lvl3pPr algn="l">
              <a:defRPr sz="2700" b="0">
                <a:solidFill>
                  <a:srgbClr val="F4F8FC"/>
                </a:solidFill>
                <a:latin typeface="Arial"/>
                <a:ea typeface="Arial"/>
                <a:cs typeface="Arial"/>
              </a:defRPr>
            </a:lvl3pPr>
            <a:lvl4pPr algn="l">
              <a:defRPr sz="2700" b="0">
                <a:solidFill>
                  <a:srgbClr val="F4F8FC"/>
                </a:solidFill>
                <a:latin typeface="Arial"/>
                <a:ea typeface="Arial"/>
                <a:cs typeface="Arial"/>
              </a:defRPr>
            </a:lvl4pPr>
            <a:lvl5pPr algn="l">
              <a:defRPr sz="2700" b="0">
                <a:solidFill>
                  <a:srgbClr val="F4F8FC"/>
                </a:solidFill>
                <a:latin typeface="Arial"/>
                <a:ea typeface="Arial"/>
                <a:cs typeface="Arial"/>
              </a:defRPr>
            </a:lvl5pPr>
            <a:lvl6pPr algn="l">
              <a:defRPr sz="2700" b="0">
                <a:solidFill>
                  <a:srgbClr val="F4F8FC"/>
                </a:solidFill>
                <a:latin typeface="Arial"/>
                <a:ea typeface="Arial"/>
                <a:cs typeface="Arial"/>
              </a:defRPr>
            </a:lvl6pPr>
            <a:lvl7pPr algn="l">
              <a:defRPr sz="2700" b="0">
                <a:solidFill>
                  <a:srgbClr val="F4F8FC"/>
                </a:solidFill>
                <a:latin typeface="Arial"/>
                <a:ea typeface="Arial"/>
                <a:cs typeface="Arial"/>
              </a:defRPr>
            </a:lvl7pPr>
            <a:lvl8pPr algn="l">
              <a:defRPr sz="2700" b="0">
                <a:solidFill>
                  <a:srgbClr val="F4F8FC"/>
                </a:solidFill>
                <a:latin typeface="Arial"/>
                <a:ea typeface="Arial"/>
                <a:cs typeface="Arial"/>
              </a:defRPr>
            </a:lvl8pPr>
            <a:lvl9pPr algn="l">
              <a:defRPr sz="2700" b="0">
                <a:solidFill>
                  <a:srgbClr val="F4F8FC"/>
                </a:solidFill>
                <a:latin typeface="Arial"/>
                <a:ea typeface="Arial"/>
                <a:cs typeface="Arial"/>
              </a:defRPr>
            </a:lvl9pPr>
          </a:lstStyle>
          <a:p xmlns:a="http://schemas.openxmlformats.org/drawingml/2006/main">
            <a:pPr algn="l">
              <a:defRPr sz="2700" b="0">
                <a:solidFill>
                  <a:srgbClr val="F4F8FC"/>
                </a:solidFill>
                <a:latin typeface="Arial"/>
                <a:ea typeface="Arial"/>
                <a:cs typeface="Arial"/>
              </a:defRPr>
            </a:pPr>
            <a:r>
              <a:rPr sz="2700" b="0">
                <a:solidFill>
                  <a:srgbClr val="F4F8FC"/>
                </a:solidFill>
                <a:latin typeface="Arial"/>
                <a:ea typeface="Arial"/>
                <a:cs typeface="Arial"/>
              </a:rPr>
              <a:t>AWS vận hành hạ tầng chạy dịch vụ</a:t>
            </a:r>
          </a:p>
        </p:txBody>
      </p:sp>
      <p:sp>
        <p:nvSpPr>
          <p:cNvPr id="9" name="">
            <a:extLst xmlns:a="http://schemas.openxmlformats.org/drawingml/2006/main">
              <a:ext uri="{FF2B5EF4-FFF2-40B4-BE49-F238E27FC236}">
                <a16:creationId xmlns:a16="http://schemas.microsoft.com/office/drawing/2014/main" id="{9E03E9CE-E6E7-42C6-90B2-11EA0B0F2C9C}"/>
              </a:ext>
            </a:extLst>
          </p:cNvPr>
          <p:cNvSpPr>
            <a:spLocks xmlns:a="http://schemas.openxmlformats.org/drawingml/2006/main" noGrp="1"/>
          </p:cNvSpPr>
          <p:nvPr/>
        </p:nvSpPr>
        <p:spPr>
          <a:xfrm xmlns:a="http://schemas.openxmlformats.org/drawingml/2006/main">
            <a:off x="6667500" y="3352800"/>
            <a:ext cx="4714875"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0">
                <a:solidFill>
                  <a:srgbClr val="F4F8FC"/>
                </a:solidFill>
                <a:latin typeface="Arial"/>
                <a:ea typeface="Arial"/>
                <a:cs typeface="Arial"/>
              </a:defRPr>
            </a:defPPr>
            <a:lvl1pPr algn="l">
              <a:defRPr sz="2475" b="0">
                <a:solidFill>
                  <a:srgbClr val="F4F8FC"/>
                </a:solidFill>
                <a:latin typeface="Arial"/>
                <a:ea typeface="Arial"/>
                <a:cs typeface="Arial"/>
              </a:defRPr>
            </a:lvl1pPr>
            <a:lvl2pPr algn="l">
              <a:defRPr sz="2475" b="0">
                <a:solidFill>
                  <a:srgbClr val="F4F8FC"/>
                </a:solidFill>
                <a:latin typeface="Arial"/>
                <a:ea typeface="Arial"/>
                <a:cs typeface="Arial"/>
              </a:defRPr>
            </a:lvl2pPr>
            <a:lvl3pPr algn="l">
              <a:defRPr sz="2475" b="0">
                <a:solidFill>
                  <a:srgbClr val="F4F8FC"/>
                </a:solidFill>
                <a:latin typeface="Arial"/>
                <a:ea typeface="Arial"/>
                <a:cs typeface="Arial"/>
              </a:defRPr>
            </a:lvl3pPr>
            <a:lvl4pPr algn="l">
              <a:defRPr sz="2475" b="0">
                <a:solidFill>
                  <a:srgbClr val="F4F8FC"/>
                </a:solidFill>
                <a:latin typeface="Arial"/>
                <a:ea typeface="Arial"/>
                <a:cs typeface="Arial"/>
              </a:defRPr>
            </a:lvl4pPr>
            <a:lvl5pPr algn="l">
              <a:defRPr sz="2475" b="0">
                <a:solidFill>
                  <a:srgbClr val="F4F8FC"/>
                </a:solidFill>
                <a:latin typeface="Arial"/>
                <a:ea typeface="Arial"/>
                <a:cs typeface="Arial"/>
              </a:defRPr>
            </a:lvl5pPr>
            <a:lvl6pPr algn="l">
              <a:defRPr sz="2475" b="0">
                <a:solidFill>
                  <a:srgbClr val="F4F8FC"/>
                </a:solidFill>
                <a:latin typeface="Arial"/>
                <a:ea typeface="Arial"/>
                <a:cs typeface="Arial"/>
              </a:defRPr>
            </a:lvl6pPr>
            <a:lvl7pPr algn="l">
              <a:defRPr sz="2475" b="0">
                <a:solidFill>
                  <a:srgbClr val="F4F8FC"/>
                </a:solidFill>
                <a:latin typeface="Arial"/>
                <a:ea typeface="Arial"/>
                <a:cs typeface="Arial"/>
              </a:defRPr>
            </a:lvl7pPr>
            <a:lvl8pPr algn="l">
              <a:defRPr sz="2475" b="0">
                <a:solidFill>
                  <a:srgbClr val="F4F8FC"/>
                </a:solidFill>
                <a:latin typeface="Arial"/>
                <a:ea typeface="Arial"/>
                <a:cs typeface="Arial"/>
              </a:defRPr>
            </a:lvl8pPr>
            <a:lvl9pPr algn="l">
              <a:defRPr sz="2475" b="0">
                <a:solidFill>
                  <a:srgbClr val="F4F8FC"/>
                </a:solidFill>
                <a:latin typeface="Arial"/>
                <a:ea typeface="Arial"/>
                <a:cs typeface="Arial"/>
              </a:defRPr>
            </a:lvl9pPr>
          </a:lstStyle>
          <a:p xmlns:a="http://schemas.openxmlformats.org/drawingml/2006/main">
            <a:pPr algn="l">
              <a:defRPr sz="2475" b="0">
                <a:solidFill>
                  <a:srgbClr val="F4F8FC"/>
                </a:solidFill>
                <a:latin typeface="Arial"/>
                <a:ea typeface="Arial"/>
                <a:cs typeface="Arial"/>
              </a:defRPr>
            </a:pPr>
            <a:r>
              <a:rPr sz="2475" b="0">
                <a:solidFill>
                  <a:srgbClr val="F4F8FC"/>
                </a:solidFill>
                <a:latin typeface="Arial"/>
                <a:ea typeface="Arial"/>
                <a:cs typeface="Arial"/>
              </a:rPr>
              <a:t>Người dùng quản lý dữ liệu và quyền truy cập</a:t>
            </a:r>
          </a:p>
          <a:p xmlns:a="http://schemas.openxmlformats.org/drawingml/2006/main">
            <a:r>
              <a:t/>
            </a:r>
          </a:p>
          <a:p xmlns:a="http://schemas.openxmlformats.org/drawingml/2006/main">
            <a:pPr algn="l">
              <a:defRPr sz="2475" b="0">
                <a:solidFill>
                  <a:srgbClr val="F4F8FC"/>
                </a:solidFill>
                <a:latin typeface="Arial"/>
                <a:ea typeface="Arial"/>
                <a:cs typeface="Arial"/>
              </a:defRPr>
            </a:pPr>
            <a:r>
              <a:rPr sz="2475" b="0">
                <a:solidFill>
                  <a:srgbClr val="F4F8FC"/>
                </a:solidFill>
                <a:latin typeface="Arial"/>
                <a:ea typeface="Arial"/>
                <a:cs typeface="Arial"/>
              </a:rPr>
              <a:t>Người dùng chọn cấu hình, vòng đời và cách sử dụng</a:t>
            </a:r>
          </a:p>
        </p:txBody>
      </p:sp>
      <p:sp>
        <p:nvSpPr>
          <p:cNvPr id="10" name="">
            <a:extLst xmlns:a="http://schemas.openxmlformats.org/drawingml/2006/main">
              <a:ext uri="{FF2B5EF4-FFF2-40B4-BE49-F238E27FC236}">
                <a16:creationId xmlns:a16="http://schemas.microsoft.com/office/drawing/2014/main" id="{0C214058-CE10-4473-BA9C-3E4BA283E6EF}"/>
              </a:ext>
            </a:extLst>
          </p:cNvPr>
          <p:cNvSpPr>
            <a:spLocks xmlns:a="http://schemas.openxmlformats.org/drawingml/2006/main" noGrp="1"/>
          </p:cNvSpPr>
          <p:nvPr/>
        </p:nvSpPr>
        <p:spPr>
          <a:xfrm xmlns:a="http://schemas.openxmlformats.org/drawingml/2006/main">
            <a:off x="781050" y="5724525"/>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A8BFCE"/>
                </a:solidFill>
                <a:latin typeface="Arial"/>
                <a:ea typeface="Arial"/>
                <a:cs typeface="Arial"/>
              </a:defRPr>
            </a:defPPr>
            <a:lvl1pPr algn="l">
              <a:defRPr sz="2175" b="0">
                <a:solidFill>
                  <a:srgbClr val="A8BFCE"/>
                </a:solidFill>
                <a:latin typeface="Arial"/>
                <a:ea typeface="Arial"/>
                <a:cs typeface="Arial"/>
              </a:defRPr>
            </a:lvl1pPr>
            <a:lvl2pPr algn="l">
              <a:defRPr sz="2175" b="0">
                <a:solidFill>
                  <a:srgbClr val="A8BFCE"/>
                </a:solidFill>
                <a:latin typeface="Arial"/>
                <a:ea typeface="Arial"/>
                <a:cs typeface="Arial"/>
              </a:defRPr>
            </a:lvl2pPr>
            <a:lvl3pPr algn="l">
              <a:defRPr sz="2175" b="0">
                <a:solidFill>
                  <a:srgbClr val="A8BFCE"/>
                </a:solidFill>
                <a:latin typeface="Arial"/>
                <a:ea typeface="Arial"/>
                <a:cs typeface="Arial"/>
              </a:defRPr>
            </a:lvl3pPr>
            <a:lvl4pPr algn="l">
              <a:defRPr sz="2175" b="0">
                <a:solidFill>
                  <a:srgbClr val="A8BFCE"/>
                </a:solidFill>
                <a:latin typeface="Arial"/>
                <a:ea typeface="Arial"/>
                <a:cs typeface="Arial"/>
              </a:defRPr>
            </a:lvl4pPr>
            <a:lvl5pPr algn="l">
              <a:defRPr sz="2175" b="0">
                <a:solidFill>
                  <a:srgbClr val="A8BFCE"/>
                </a:solidFill>
                <a:latin typeface="Arial"/>
                <a:ea typeface="Arial"/>
                <a:cs typeface="Arial"/>
              </a:defRPr>
            </a:lvl5pPr>
            <a:lvl6pPr algn="l">
              <a:defRPr sz="2175" b="0">
                <a:solidFill>
                  <a:srgbClr val="A8BFCE"/>
                </a:solidFill>
                <a:latin typeface="Arial"/>
                <a:ea typeface="Arial"/>
                <a:cs typeface="Arial"/>
              </a:defRPr>
            </a:lvl6pPr>
            <a:lvl7pPr algn="l">
              <a:defRPr sz="2175" b="0">
                <a:solidFill>
                  <a:srgbClr val="A8BFCE"/>
                </a:solidFill>
                <a:latin typeface="Arial"/>
                <a:ea typeface="Arial"/>
                <a:cs typeface="Arial"/>
              </a:defRPr>
            </a:lvl7pPr>
            <a:lvl8pPr algn="l">
              <a:defRPr sz="2175" b="0">
                <a:solidFill>
                  <a:srgbClr val="A8BFCE"/>
                </a:solidFill>
                <a:latin typeface="Arial"/>
                <a:ea typeface="Arial"/>
                <a:cs typeface="Arial"/>
              </a:defRPr>
            </a:lvl8pPr>
            <a:lvl9pPr algn="l">
              <a:defRPr sz="2175" b="0">
                <a:solidFill>
                  <a:srgbClr val="A8BFCE"/>
                </a:solidFill>
                <a:latin typeface="Arial"/>
                <a:ea typeface="Arial"/>
                <a:cs typeface="Arial"/>
              </a:defRPr>
            </a:lvl9pPr>
          </a:lstStyle>
          <a:p xmlns:a="http://schemas.openxmlformats.org/drawingml/2006/main">
            <a:pPr algn="l">
              <a:defRPr sz="2175" b="0">
                <a:solidFill>
                  <a:srgbClr val="A8BFCE"/>
                </a:solidFill>
                <a:latin typeface="Arial"/>
                <a:ea typeface="Arial"/>
                <a:cs typeface="Arial"/>
              </a:defRPr>
            </a:pPr>
            <a:r>
              <a:rPr sz="2175" b="0">
                <a:solidFill>
                  <a:srgbClr val="A8BFCE"/>
                </a:solidFill>
                <a:latin typeface="Arial"/>
                <a:ea typeface="Arial"/>
                <a:cs typeface="Arial"/>
              </a:rPr>
              <a:t>Bảo mật cần cả dịch vụ và lựa chọn đúng</a:t>
            </a:r>
          </a:p>
        </p:txBody>
      </p:sp>
    </p:spTree>
    <p:extLst>
      <p:ext uri="{BB962C8B-B14F-4D97-AF65-F5344CB8AC3E}">
        <p14:creationId xmlns:p14="http://schemas.microsoft.com/office/powerpoint/2010/main" val="1575196845"/>
      </p:ext>
    </p:extLst>
  </p:cSld>
</p:sld>
</file>

<file path=ppt/slides/slide17.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ABD94AC-1BFA-4401-B83A-9CE592B712FE}"/>
              </a:ext>
            </a:extLst>
          </p:cNvPr>
          <p:cNvPicPr>
            <a:picLocks xmlns:a="http://schemas.openxmlformats.org/drawingml/2006/main" noChangeAspect="1"/>
          </p:cNvPicPr>
          <p:nvPr/>
        </p:nvPicPr>
        <p:blipFill>
          <a:blip xmlns:r="http://schemas.openxmlformats.org/officeDocument/2006/relationships" xmlns:a="http://schemas.openxmlformats.org/drawingml/2006/main" r:embed="R8bce81ab7ae4488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00013B-90F2-419F-861C-6379699953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C0D588D8-4589-4412-8624-4517C51C2922}"/>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IAM policy và bucket policy</a:t>
            </a:r>
          </a:p>
        </p:txBody>
      </p:sp>
      <p:sp>
        <p:nvSpPr>
          <p:cNvPr id="4" name="">
            <a:extLst xmlns:a="http://schemas.openxmlformats.org/drawingml/2006/main">
              <a:ext uri="{FF2B5EF4-FFF2-40B4-BE49-F238E27FC236}">
                <a16:creationId xmlns:a16="http://schemas.microsoft.com/office/drawing/2014/main" id="{49E7A058-2B5F-4D43-A5F5-476614A2A57D}"/>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0B6F7178-96FA-430D-A83F-1B1624E62AB8}"/>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17 / 45</a:t>
            </a:r>
          </a:p>
        </p:txBody>
      </p:sp>
      <p:sp>
        <p:nvSpPr>
          <p:cNvPr id="6" name="">
            <a:extLst xmlns:a="http://schemas.openxmlformats.org/drawingml/2006/main">
              <a:ext uri="{FF2B5EF4-FFF2-40B4-BE49-F238E27FC236}">
                <a16:creationId xmlns:a16="http://schemas.microsoft.com/office/drawing/2014/main" id="{8AF86118-30D1-4229-86C4-06E9AC1D27E6}"/>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F0D025D-9B2F-4332-AAF8-B2506F808D36}"/>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IAM policy gắn quyền với danh tính</a:t>
            </a:r>
          </a:p>
        </p:txBody>
      </p:sp>
      <p:sp>
        <p:nvSpPr>
          <p:cNvPr id="8" name="">
            <a:extLst xmlns:a="http://schemas.openxmlformats.org/drawingml/2006/main">
              <a:ext uri="{FF2B5EF4-FFF2-40B4-BE49-F238E27FC236}">
                <a16:creationId xmlns:a16="http://schemas.microsoft.com/office/drawing/2014/main" id="{038F4601-6B0D-4EBA-802C-2566137F57C7}"/>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58F30C3-AC80-4305-AFAC-E282017FD51C}"/>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Bucket policy gắn quy tắc với tài nguyên</a:t>
            </a:r>
          </a:p>
        </p:txBody>
      </p:sp>
      <p:sp>
        <p:nvSpPr>
          <p:cNvPr id="10" name="">
            <a:extLst xmlns:a="http://schemas.openxmlformats.org/drawingml/2006/main">
              <a:ext uri="{FF2B5EF4-FFF2-40B4-BE49-F238E27FC236}">
                <a16:creationId xmlns:a16="http://schemas.microsoft.com/office/drawing/2014/main" id="{D5040849-EC4A-4CF7-88E3-CE90D1E4AC49}"/>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725F2D5-CDE0-4548-B68B-9F342A86BF96}"/>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Policy có thể xét hành động, tài nguyên và điều kiện</a:t>
            </a:r>
          </a:p>
        </p:txBody>
      </p:sp>
      <p:sp>
        <p:nvSpPr>
          <p:cNvPr id="12" name="">
            <a:extLst xmlns:a="http://schemas.openxmlformats.org/drawingml/2006/main">
              <a:ext uri="{FF2B5EF4-FFF2-40B4-BE49-F238E27FC236}">
                <a16:creationId xmlns:a16="http://schemas.microsoft.com/office/drawing/2014/main" id="{4758280A-2ED2-4B93-871A-7CE6CE1C518B}"/>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1CE6852C-97E0-43ED-A7F9-965C87BA0BFA}"/>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Chỉ cấp quyền cần thiết cho công việc</a:t>
            </a:r>
          </a:p>
        </p:txBody>
      </p:sp>
    </p:spTree>
    <p:extLst>
      <p:ext uri="{BB962C8B-B14F-4D97-AF65-F5344CB8AC3E}">
        <p14:creationId xmlns:p14="http://schemas.microsoft.com/office/powerpoint/2010/main" val="1517152244"/>
      </p:ext>
    </p:extLst>
  </p:cSld>
</p:sld>
</file>

<file path=ppt/slides/slide18.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0A13CB6-A5CF-413C-8D2E-C28870FCB15E}"/>
              </a:ext>
            </a:extLst>
          </p:cNvPr>
          <p:cNvPicPr>
            <a:picLocks xmlns:a="http://schemas.openxmlformats.org/drawingml/2006/main" noChangeAspect="1"/>
          </p:cNvPicPr>
          <p:nvPr/>
        </p:nvPicPr>
        <p:blipFill>
          <a:blip xmlns:r="http://schemas.openxmlformats.org/officeDocument/2006/relationships" xmlns:a="http://schemas.openxmlformats.org/drawingml/2006/main" r:embed="Rc0c7207576224b0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8C625F-6155-4D6C-9266-16BEE0836C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7F31595E-D607-4284-8E8A-6CFD732403A5}"/>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Block Public Access</a:t>
            </a:r>
          </a:p>
        </p:txBody>
      </p:sp>
      <p:sp>
        <p:nvSpPr>
          <p:cNvPr id="4" name="">
            <a:extLst xmlns:a="http://schemas.openxmlformats.org/drawingml/2006/main">
              <a:ext uri="{FF2B5EF4-FFF2-40B4-BE49-F238E27FC236}">
                <a16:creationId xmlns:a16="http://schemas.microsoft.com/office/drawing/2014/main" id="{C12802D3-6C28-48AC-AF16-CBE916086D08}"/>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50F1A9EB-219B-41F7-8B2D-F31E9DEA5B00}"/>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18 / 45</a:t>
            </a:r>
          </a:p>
        </p:txBody>
      </p:sp>
      <p:sp>
        <p:nvSpPr>
          <p:cNvPr id="6" name="">
            <a:extLst xmlns:a="http://schemas.openxmlformats.org/drawingml/2006/main">
              <a:ext uri="{FF2B5EF4-FFF2-40B4-BE49-F238E27FC236}">
                <a16:creationId xmlns:a16="http://schemas.microsoft.com/office/drawing/2014/main" id="{D9402DAB-79F7-4254-A066-5AE43D895F16}"/>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55E1571-8555-4586-9104-58096EB31848}"/>
              </a:ext>
            </a:extLst>
          </p:cNvPr>
          <p:cNvSpPr>
            <a:spLocks xmlns:a="http://schemas.openxmlformats.org/drawingml/2006/main" noGrp="1"/>
          </p:cNvSpPr>
          <p:nvPr/>
        </p:nvSpPr>
        <p:spPr>
          <a:xfrm xmlns:a="http://schemas.openxmlformats.org/drawingml/2006/main">
            <a:off x="1409700" y="2181225"/>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Lớp kiểm soát nhằm hạn chế truy cập công khai</a:t>
            </a:r>
          </a:p>
        </p:txBody>
      </p:sp>
      <p:sp>
        <p:nvSpPr>
          <p:cNvPr id="8" name="">
            <a:extLst xmlns:a="http://schemas.openxmlformats.org/drawingml/2006/main">
              <a:ext uri="{FF2B5EF4-FFF2-40B4-BE49-F238E27FC236}">
                <a16:creationId xmlns:a16="http://schemas.microsoft.com/office/drawing/2014/main" id="{7D2A3BB8-9E15-4E2D-8689-AB08C79F772F}"/>
              </a:ext>
            </a:extLst>
          </p:cNvPr>
          <p:cNvSpPr>
            <a:spLocks xmlns:a="http://schemas.openxmlformats.org/drawingml/2006/main" noGrp="1"/>
          </p:cNvSpPr>
          <p:nvPr/>
        </p:nvSpPr>
        <p:spPr>
          <a:xfrm xmlns:a="http://schemas.openxmlformats.org/drawingml/2006/main">
            <a:off x="762000" y="30765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E61005E-D59F-4067-A646-AE17871550C0}"/>
              </a:ext>
            </a:extLst>
          </p:cNvPr>
          <p:cNvSpPr>
            <a:spLocks xmlns:a="http://schemas.openxmlformats.org/drawingml/2006/main" noGrp="1"/>
          </p:cNvSpPr>
          <p:nvPr/>
        </p:nvSpPr>
        <p:spPr>
          <a:xfrm xmlns:a="http://schemas.openxmlformats.org/drawingml/2006/main">
            <a:off x="1409700" y="3048000"/>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Có cấu hình ở cấp tài khoản và bucket</a:t>
            </a:r>
          </a:p>
        </p:txBody>
      </p:sp>
      <p:sp>
        <p:nvSpPr>
          <p:cNvPr id="10" name="">
            <a:extLst xmlns:a="http://schemas.openxmlformats.org/drawingml/2006/main">
              <a:ext uri="{FF2B5EF4-FFF2-40B4-BE49-F238E27FC236}">
                <a16:creationId xmlns:a16="http://schemas.microsoft.com/office/drawing/2014/main" id="{EC44DF4A-8F6D-47B8-8158-1DD3BA476C8B}"/>
              </a:ext>
            </a:extLst>
          </p:cNvPr>
          <p:cNvSpPr>
            <a:spLocks xmlns:a="http://schemas.openxmlformats.org/drawingml/2006/main" noGrp="1"/>
          </p:cNvSpPr>
          <p:nvPr/>
        </p:nvSpPr>
        <p:spPr>
          <a:xfrm xmlns:a="http://schemas.openxmlformats.org/drawingml/2006/main">
            <a:off x="762000" y="39433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24FCB76-3FB5-47BE-8342-C9C0ACC59D6F}"/>
              </a:ext>
            </a:extLst>
          </p:cNvPr>
          <p:cNvSpPr>
            <a:spLocks xmlns:a="http://schemas.openxmlformats.org/drawingml/2006/main" noGrp="1"/>
          </p:cNvSpPr>
          <p:nvPr/>
        </p:nvSpPr>
        <p:spPr>
          <a:xfrm xmlns:a="http://schemas.openxmlformats.org/drawingml/2006/main">
            <a:off x="1409700" y="3914775"/>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Demo bật cả bốn tùy chọn ở bucket</a:t>
            </a:r>
          </a:p>
        </p:txBody>
      </p:sp>
      <p:sp>
        <p:nvSpPr>
          <p:cNvPr id="12" name="">
            <a:extLst xmlns:a="http://schemas.openxmlformats.org/drawingml/2006/main">
              <a:ext uri="{FF2B5EF4-FFF2-40B4-BE49-F238E27FC236}">
                <a16:creationId xmlns:a16="http://schemas.microsoft.com/office/drawing/2014/main" id="{DDE03E53-1788-4A58-B8E8-384081AD47F2}"/>
              </a:ext>
            </a:extLst>
          </p:cNvPr>
          <p:cNvSpPr>
            <a:spLocks xmlns:a="http://schemas.openxmlformats.org/drawingml/2006/main" noGrp="1"/>
          </p:cNvSpPr>
          <p:nvPr/>
        </p:nvSpPr>
        <p:spPr>
          <a:xfrm xmlns:a="http://schemas.openxmlformats.org/drawingml/2006/main">
            <a:off x="762000" y="48101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CF62CDF9-93D6-4432-9242-DEC2192A562D}"/>
              </a:ext>
            </a:extLst>
          </p:cNvPr>
          <p:cNvSpPr>
            <a:spLocks xmlns:a="http://schemas.openxmlformats.org/drawingml/2006/main" noGrp="1"/>
          </p:cNvSpPr>
          <p:nvPr/>
        </p:nvSpPr>
        <p:spPr>
          <a:xfrm xmlns:a="http://schemas.openxmlformats.org/drawingml/2006/main">
            <a:off x="1409700" y="4781550"/>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Vẫn có thể chia sẻ bằng presigned URL hợp lệ</a:t>
            </a:r>
          </a:p>
        </p:txBody>
      </p:sp>
      <p:pic>
        <p:nvPicPr>
          <p:cNvPr id="14" name="">
            <a:extLst xmlns:a="http://schemas.openxmlformats.org/drawingml/2006/main">
              <a:ext uri="{FF2B5EF4-FFF2-40B4-BE49-F238E27FC236}">
                <a16:creationId xmlns:a16="http://schemas.microsoft.com/office/drawing/2014/main" id="{50641D43-5E7E-463F-B07C-14122A679949}"/>
              </a:ext>
            </a:extLst>
          </p:cNvPr>
          <p:cNvPicPr>
            <a:picLocks xmlns:a="http://schemas.openxmlformats.org/drawingml/2006/main" noChangeAspect="1"/>
          </p:cNvPicPr>
          <p:nvPr/>
        </p:nvPicPr>
        <p:blipFill>
          <a:blip xmlns:r="http://schemas.openxmlformats.org/officeDocument/2006/relationships" xmlns:a="http://schemas.openxmlformats.org/drawingml/2006/main" r:embed="Rac89fcaa8ac743e8"/>
          <a:stretch xmlns:a="http://schemas.openxmlformats.org/drawingml/2006/main"/>
        </p:blipFill>
        <p:spPr>
          <a:xfrm xmlns:a="http://schemas.openxmlformats.org/drawingml/2006/main">
            <a:off x="5857875" y="2348508"/>
            <a:ext cx="5619750" cy="316110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07E23E6-2620-4880-AE10-8405F4F417C4}"/>
              </a:ext>
            </a:extLst>
          </p:cNvPr>
          <p:cNvSpPr>
            <a:spLocks xmlns:a="http://schemas.openxmlformats.org/drawingml/2006/main" noGrp="1"/>
          </p:cNvSpPr>
          <p:nvPr/>
        </p:nvSpPr>
        <p:spPr>
          <a:xfrm xmlns:a="http://schemas.openxmlformats.org/drawingml/2006/main">
            <a:off x="5857875" y="5762625"/>
            <a:ext cx="561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00C7E5"/>
                </a:solidFill>
                <a:latin typeface="Arial"/>
                <a:ea typeface="Arial"/>
                <a:cs typeface="Arial"/>
              </a:defRPr>
            </a:defPPr>
            <a:lvl1pPr algn="ctr">
              <a:defRPr sz="1950" b="1">
                <a:solidFill>
                  <a:srgbClr val="00C7E5"/>
                </a:solidFill>
                <a:latin typeface="Arial"/>
                <a:ea typeface="Arial"/>
                <a:cs typeface="Arial"/>
              </a:defRPr>
            </a:lvl1pPr>
            <a:lvl2pPr algn="ctr">
              <a:defRPr sz="1950" b="1">
                <a:solidFill>
                  <a:srgbClr val="00C7E5"/>
                </a:solidFill>
                <a:latin typeface="Arial"/>
                <a:ea typeface="Arial"/>
                <a:cs typeface="Arial"/>
              </a:defRPr>
            </a:lvl2pPr>
            <a:lvl3pPr algn="ctr">
              <a:defRPr sz="1950" b="1">
                <a:solidFill>
                  <a:srgbClr val="00C7E5"/>
                </a:solidFill>
                <a:latin typeface="Arial"/>
                <a:ea typeface="Arial"/>
                <a:cs typeface="Arial"/>
              </a:defRPr>
            </a:lvl3pPr>
            <a:lvl4pPr algn="ctr">
              <a:defRPr sz="1950" b="1">
                <a:solidFill>
                  <a:srgbClr val="00C7E5"/>
                </a:solidFill>
                <a:latin typeface="Arial"/>
                <a:ea typeface="Arial"/>
                <a:cs typeface="Arial"/>
              </a:defRPr>
            </a:lvl4pPr>
            <a:lvl5pPr algn="ctr">
              <a:defRPr sz="1950" b="1">
                <a:solidFill>
                  <a:srgbClr val="00C7E5"/>
                </a:solidFill>
                <a:latin typeface="Arial"/>
                <a:ea typeface="Arial"/>
                <a:cs typeface="Arial"/>
              </a:defRPr>
            </a:lvl5pPr>
            <a:lvl6pPr algn="ctr">
              <a:defRPr sz="1950" b="1">
                <a:solidFill>
                  <a:srgbClr val="00C7E5"/>
                </a:solidFill>
                <a:latin typeface="Arial"/>
                <a:ea typeface="Arial"/>
                <a:cs typeface="Arial"/>
              </a:defRPr>
            </a:lvl6pPr>
            <a:lvl7pPr algn="ctr">
              <a:defRPr sz="1950" b="1">
                <a:solidFill>
                  <a:srgbClr val="00C7E5"/>
                </a:solidFill>
                <a:latin typeface="Arial"/>
                <a:ea typeface="Arial"/>
                <a:cs typeface="Arial"/>
              </a:defRPr>
            </a:lvl7pPr>
            <a:lvl8pPr algn="ctr">
              <a:defRPr sz="1950" b="1">
                <a:solidFill>
                  <a:srgbClr val="00C7E5"/>
                </a:solidFill>
                <a:latin typeface="Arial"/>
                <a:ea typeface="Arial"/>
                <a:cs typeface="Arial"/>
              </a:defRPr>
            </a:lvl8pPr>
            <a:lvl9pPr algn="ctr">
              <a:defRPr sz="1950" b="1">
                <a:solidFill>
                  <a:srgbClr val="00C7E5"/>
                </a:solidFill>
                <a:latin typeface="Arial"/>
                <a:ea typeface="Arial"/>
                <a:cs typeface="Arial"/>
              </a:defRPr>
            </a:lvl9pPr>
          </a:lstStyle>
          <a:p xmlns:a="http://schemas.openxmlformats.org/drawingml/2006/main">
            <a:pPr algn="ctr">
              <a:defRPr sz="1950" b="1">
                <a:solidFill>
                  <a:srgbClr val="00C7E5"/>
                </a:solidFill>
                <a:latin typeface="Arial"/>
                <a:ea typeface="Arial"/>
                <a:cs typeface="Arial"/>
              </a:defRPr>
            </a:pPr>
            <a:r>
              <a:rPr sz="1950" b="1">
                <a:solidFill>
                  <a:srgbClr val="00C7E5"/>
                </a:solidFill>
                <a:latin typeface="Arial"/>
                <a:ea typeface="Arial"/>
                <a:cs typeface="Arial"/>
              </a:rPr>
              <a:t>Block Public Access: On</a:t>
            </a:r>
          </a:p>
        </p:txBody>
      </p:sp>
    </p:spTree>
    <p:extLst>
      <p:ext uri="{BB962C8B-B14F-4D97-AF65-F5344CB8AC3E}">
        <p14:creationId xmlns:p14="http://schemas.microsoft.com/office/powerpoint/2010/main" val="1749641438"/>
      </p:ext>
    </p:extLst>
  </p:cSld>
</p:sld>
</file>

<file path=ppt/slides/slide19.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553442C-12CD-47F5-B60A-BF35605FC902}"/>
              </a:ext>
            </a:extLst>
          </p:cNvPr>
          <p:cNvPicPr>
            <a:picLocks xmlns:a="http://schemas.openxmlformats.org/drawingml/2006/main" noChangeAspect="1"/>
          </p:cNvPicPr>
          <p:nvPr/>
        </p:nvPicPr>
        <p:blipFill>
          <a:blip xmlns:r="http://schemas.openxmlformats.org/officeDocument/2006/relationships" xmlns:a="http://schemas.openxmlformats.org/drawingml/2006/main" r:embed="Rc5f62b8b730a403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3BD88F-1AD2-427A-A7E4-4717E8D50E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39CEA640-7F3C-42D2-857E-EF98271CDEEB}"/>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Mã hóa khi lưu và khi truyền</a:t>
            </a:r>
          </a:p>
        </p:txBody>
      </p:sp>
      <p:sp>
        <p:nvSpPr>
          <p:cNvPr id="4" name="">
            <a:extLst xmlns:a="http://schemas.openxmlformats.org/drawingml/2006/main">
              <a:ext uri="{FF2B5EF4-FFF2-40B4-BE49-F238E27FC236}">
                <a16:creationId xmlns:a16="http://schemas.microsoft.com/office/drawing/2014/main" id="{D4A528F6-F72D-44A8-80CB-86EEA9313EF8}"/>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C43B29AA-03F1-41CC-9961-3F0FCB84D18F}"/>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19 / 45</a:t>
            </a:r>
          </a:p>
        </p:txBody>
      </p:sp>
      <p:sp>
        <p:nvSpPr>
          <p:cNvPr id="6" name="">
            <a:extLst xmlns:a="http://schemas.openxmlformats.org/drawingml/2006/main">
              <a:ext uri="{FF2B5EF4-FFF2-40B4-BE49-F238E27FC236}">
                <a16:creationId xmlns:a16="http://schemas.microsoft.com/office/drawing/2014/main" id="{AB82E1B1-E1B0-4404-8BA7-364D3AAE2F8E}"/>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9B637C2-DE58-4641-ADD4-52D7E8769576}"/>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Object mới có mã hóa phía máy chủ mặc định</a:t>
            </a:r>
          </a:p>
        </p:txBody>
      </p:sp>
      <p:sp>
        <p:nvSpPr>
          <p:cNvPr id="8" name="">
            <a:extLst xmlns:a="http://schemas.openxmlformats.org/drawingml/2006/main">
              <a:ext uri="{FF2B5EF4-FFF2-40B4-BE49-F238E27FC236}">
                <a16:creationId xmlns:a16="http://schemas.microsoft.com/office/drawing/2014/main" id="{E8E4A6D5-0B31-4774-BA9E-CE3C83219F7D}"/>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D5FD44D-5640-499F-9206-BBE563AC88E8}"/>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Demo dùng SSE-S3, khóa do S3 quản lý</a:t>
            </a:r>
          </a:p>
        </p:txBody>
      </p:sp>
      <p:sp>
        <p:nvSpPr>
          <p:cNvPr id="10" name="">
            <a:extLst xmlns:a="http://schemas.openxmlformats.org/drawingml/2006/main">
              <a:ext uri="{FF2B5EF4-FFF2-40B4-BE49-F238E27FC236}">
                <a16:creationId xmlns:a16="http://schemas.microsoft.com/office/drawing/2014/main" id="{D121FA8B-CDE8-4C1A-99DA-5754C956F372}"/>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BC31313-72C2-4E67-98DA-FA387FEB86DE}"/>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HTTPS bảo vệ dữ liệu trên đường truyền</a:t>
            </a:r>
          </a:p>
        </p:txBody>
      </p:sp>
      <p:sp>
        <p:nvSpPr>
          <p:cNvPr id="12" name="">
            <a:extLst xmlns:a="http://schemas.openxmlformats.org/drawingml/2006/main">
              <a:ext uri="{FF2B5EF4-FFF2-40B4-BE49-F238E27FC236}">
                <a16:creationId xmlns:a16="http://schemas.microsoft.com/office/drawing/2014/main" id="{28F251F4-6181-4E47-824D-ACCDABFE71D8}"/>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9A577D10-6679-417E-8D44-0E2622539289}"/>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Mã hóa và quyền truy cập là hai việc khác nhau</a:t>
            </a:r>
          </a:p>
        </p:txBody>
      </p:sp>
    </p:spTree>
    <p:extLst>
      <p:ext uri="{BB962C8B-B14F-4D97-AF65-F5344CB8AC3E}">
        <p14:creationId xmlns:p14="http://schemas.microsoft.com/office/powerpoint/2010/main" val="1523744465"/>
      </p:ext>
    </p:extLst>
  </p:cSld>
</p:sld>
</file>

<file path=ppt/slides/slide20.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4F7CC56-84FA-4E27-A726-ACA7BA1205E2}"/>
              </a:ext>
            </a:extLst>
          </p:cNvPr>
          <p:cNvPicPr>
            <a:picLocks xmlns:a="http://schemas.openxmlformats.org/drawingml/2006/main" noChangeAspect="1"/>
          </p:cNvPicPr>
          <p:nvPr/>
        </p:nvPicPr>
        <p:blipFill>
          <a:blip xmlns:r="http://schemas.openxmlformats.org/officeDocument/2006/relationships" xmlns:a="http://schemas.openxmlformats.org/drawingml/2006/main" r:embed="R1ebd8c8d99a544a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7386C8-2E95-4D68-9D2B-8AA7C90D4D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8B9207D4-9CA2-4DB7-8515-4D0E12AAD9EA}"/>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Presigned URL: Quyền truy cập có thời hạn</a:t>
            </a:r>
          </a:p>
        </p:txBody>
      </p:sp>
      <p:sp>
        <p:nvSpPr>
          <p:cNvPr id="4" name="">
            <a:extLst xmlns:a="http://schemas.openxmlformats.org/drawingml/2006/main">
              <a:ext uri="{FF2B5EF4-FFF2-40B4-BE49-F238E27FC236}">
                <a16:creationId xmlns:a16="http://schemas.microsoft.com/office/drawing/2014/main" id="{88DDE6A0-40B0-424E-87D7-CD72CD42A6FB}"/>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4E87BE09-987B-468A-B1E8-4243EECC9F1A}"/>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20 / 45</a:t>
            </a:r>
          </a:p>
        </p:txBody>
      </p:sp>
      <p:sp>
        <p:nvSpPr>
          <p:cNvPr id="6" name="">
            <a:extLst xmlns:a="http://schemas.openxmlformats.org/drawingml/2006/main">
              <a:ext uri="{FF2B5EF4-FFF2-40B4-BE49-F238E27FC236}">
                <a16:creationId xmlns:a16="http://schemas.microsoft.com/office/drawing/2014/main" id="{0443349C-1A48-4DE6-98B3-42DA74292225}"/>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471F872-6582-4175-978B-7F36497F350A}"/>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Được ký bằng thông tin xác thực của bên có quyền</a:t>
            </a:r>
          </a:p>
        </p:txBody>
      </p:sp>
      <p:sp>
        <p:nvSpPr>
          <p:cNvPr id="8" name="">
            <a:extLst xmlns:a="http://schemas.openxmlformats.org/drawingml/2006/main">
              <a:ext uri="{FF2B5EF4-FFF2-40B4-BE49-F238E27FC236}">
                <a16:creationId xmlns:a16="http://schemas.microsoft.com/office/drawing/2014/main" id="{905816B2-25ED-4A99-BE94-DDD97FA0EC33}"/>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A207711-5698-4A4F-AF4E-257F44FF7F21}"/>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Gắn với một hành động và một tài nguyên</a:t>
            </a:r>
          </a:p>
        </p:txBody>
      </p:sp>
      <p:sp>
        <p:nvSpPr>
          <p:cNvPr id="10" name="">
            <a:extLst xmlns:a="http://schemas.openxmlformats.org/drawingml/2006/main">
              <a:ext uri="{FF2B5EF4-FFF2-40B4-BE49-F238E27FC236}">
                <a16:creationId xmlns:a16="http://schemas.microsoft.com/office/drawing/2014/main" id="{4983E0B1-5850-41D2-9EB4-544C00722D5B}"/>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649CF22-C1DC-4EAA-A7EE-EB47D7A33CA5}"/>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Hợp lệ trong thời hạn và quyền của bên ký</a:t>
            </a:r>
          </a:p>
        </p:txBody>
      </p:sp>
      <p:sp>
        <p:nvSpPr>
          <p:cNvPr id="12" name="">
            <a:extLst xmlns:a="http://schemas.openxmlformats.org/drawingml/2006/main">
              <a:ext uri="{FF2B5EF4-FFF2-40B4-BE49-F238E27FC236}">
                <a16:creationId xmlns:a16="http://schemas.microsoft.com/office/drawing/2014/main" id="{815ACDA0-1B5F-4072-9CB1-349DAB7400A9}"/>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36AC9F0E-455D-4C69-82DB-79BF873B0055}"/>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Người có link có thể thực hiện hành động được cho phép</a:t>
            </a:r>
          </a:p>
        </p:txBody>
      </p:sp>
    </p:spTree>
    <p:extLst>
      <p:ext uri="{BB962C8B-B14F-4D97-AF65-F5344CB8AC3E}">
        <p14:creationId xmlns:p14="http://schemas.microsoft.com/office/powerpoint/2010/main" val="208841085"/>
      </p:ext>
    </p:extLst>
  </p:cSld>
</p:sld>
</file>

<file path=ppt/slides/slide21.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AC4E873-FE4F-475F-972A-9102EF6AD526}"/>
              </a:ext>
            </a:extLst>
          </p:cNvPr>
          <p:cNvPicPr>
            <a:picLocks xmlns:a="http://schemas.openxmlformats.org/drawingml/2006/main" noChangeAspect="1"/>
          </p:cNvPicPr>
          <p:nvPr/>
        </p:nvPicPr>
        <p:blipFill>
          <a:blip xmlns:r="http://schemas.openxmlformats.org/officeDocument/2006/relationships" xmlns:a="http://schemas.openxmlformats.org/drawingml/2006/main" r:embed="Rf6ad75c610a7469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138915-2395-45A4-A4B0-31849354F5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E090CAD8-33D6-4BF0-944A-5FCC398D4D09}"/>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Luồng cấp quyền và luồng dữ liệu</a:t>
            </a:r>
          </a:p>
        </p:txBody>
      </p:sp>
      <p:sp>
        <p:nvSpPr>
          <p:cNvPr id="4" name="">
            <a:extLst xmlns:a="http://schemas.openxmlformats.org/drawingml/2006/main">
              <a:ext uri="{FF2B5EF4-FFF2-40B4-BE49-F238E27FC236}">
                <a16:creationId xmlns:a16="http://schemas.microsoft.com/office/drawing/2014/main" id="{4DB53BC3-8153-46B9-BAC1-C2B25BFFB9CF}"/>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023B0FDC-87EF-42A2-8D4C-6D5F6CB746EE}"/>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21 / 45</a:t>
            </a:r>
          </a:p>
        </p:txBody>
      </p:sp>
      <p:sp>
        <p:nvSpPr>
          <p:cNvPr id="6" name="">
            <a:extLst xmlns:a="http://schemas.openxmlformats.org/drawingml/2006/main">
              <a:ext uri="{FF2B5EF4-FFF2-40B4-BE49-F238E27FC236}">
                <a16:creationId xmlns:a16="http://schemas.microsoft.com/office/drawing/2014/main" id="{F591C855-E6E1-4B65-AD49-048EFB5EF389}"/>
              </a:ext>
            </a:extLst>
          </p:cNvPr>
          <p:cNvSpPr>
            <a:spLocks xmlns:a="http://schemas.openxmlformats.org/drawingml/2006/main" noGrp="1"/>
          </p:cNvSpPr>
          <p:nvPr/>
        </p:nvSpPr>
        <p:spPr>
          <a:xfrm xmlns:a="http://schemas.openxmlformats.org/drawingml/2006/main">
            <a:off x="781050" y="2057400"/>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C7E5"/>
                </a:solidFill>
                <a:latin typeface="Arial"/>
                <a:ea typeface="Arial"/>
                <a:cs typeface="Arial"/>
              </a:defRPr>
            </a:defPPr>
            <a:lvl1pPr algn="l">
              <a:defRPr sz="2250" b="1">
                <a:solidFill>
                  <a:srgbClr val="00C7E5"/>
                </a:solidFill>
                <a:latin typeface="Arial"/>
                <a:ea typeface="Arial"/>
                <a:cs typeface="Arial"/>
              </a:defRPr>
            </a:lvl1pPr>
            <a:lvl2pPr algn="l">
              <a:defRPr sz="2250" b="1">
                <a:solidFill>
                  <a:srgbClr val="00C7E5"/>
                </a:solidFill>
                <a:latin typeface="Arial"/>
                <a:ea typeface="Arial"/>
                <a:cs typeface="Arial"/>
              </a:defRPr>
            </a:lvl2pPr>
            <a:lvl3pPr algn="l">
              <a:defRPr sz="2250" b="1">
                <a:solidFill>
                  <a:srgbClr val="00C7E5"/>
                </a:solidFill>
                <a:latin typeface="Arial"/>
                <a:ea typeface="Arial"/>
                <a:cs typeface="Arial"/>
              </a:defRPr>
            </a:lvl3pPr>
            <a:lvl4pPr algn="l">
              <a:defRPr sz="2250" b="1">
                <a:solidFill>
                  <a:srgbClr val="00C7E5"/>
                </a:solidFill>
                <a:latin typeface="Arial"/>
                <a:ea typeface="Arial"/>
                <a:cs typeface="Arial"/>
              </a:defRPr>
            </a:lvl4pPr>
            <a:lvl5pPr algn="l">
              <a:defRPr sz="2250" b="1">
                <a:solidFill>
                  <a:srgbClr val="00C7E5"/>
                </a:solidFill>
                <a:latin typeface="Arial"/>
                <a:ea typeface="Arial"/>
                <a:cs typeface="Arial"/>
              </a:defRPr>
            </a:lvl5pPr>
            <a:lvl6pPr algn="l">
              <a:defRPr sz="2250" b="1">
                <a:solidFill>
                  <a:srgbClr val="00C7E5"/>
                </a:solidFill>
                <a:latin typeface="Arial"/>
                <a:ea typeface="Arial"/>
                <a:cs typeface="Arial"/>
              </a:defRPr>
            </a:lvl6pPr>
            <a:lvl7pPr algn="l">
              <a:defRPr sz="2250" b="1">
                <a:solidFill>
                  <a:srgbClr val="00C7E5"/>
                </a:solidFill>
                <a:latin typeface="Arial"/>
                <a:ea typeface="Arial"/>
                <a:cs typeface="Arial"/>
              </a:defRPr>
            </a:lvl7pPr>
            <a:lvl8pPr algn="l">
              <a:defRPr sz="2250" b="1">
                <a:solidFill>
                  <a:srgbClr val="00C7E5"/>
                </a:solidFill>
                <a:latin typeface="Arial"/>
                <a:ea typeface="Arial"/>
                <a:cs typeface="Arial"/>
              </a:defRPr>
            </a:lvl8pPr>
            <a:lvl9pPr algn="l">
              <a:defRPr sz="2250" b="1">
                <a:solidFill>
                  <a:srgbClr val="00C7E5"/>
                </a:solidFill>
                <a:latin typeface="Arial"/>
                <a:ea typeface="Arial"/>
                <a:cs typeface="Arial"/>
              </a:defRPr>
            </a:lvl9pPr>
          </a:lstStyle>
          <a:p xmlns:a="http://schemas.openxmlformats.org/drawingml/2006/main">
            <a:pPr algn="l">
              <a:defRPr sz="2250" b="1">
                <a:solidFill>
                  <a:srgbClr val="00C7E5"/>
                </a:solidFill>
                <a:latin typeface="Arial"/>
                <a:ea typeface="Arial"/>
                <a:cs typeface="Arial"/>
              </a:defRPr>
            </a:pPr>
            <a:r>
              <a:rPr sz="2250" b="1">
                <a:solidFill>
                  <a:srgbClr val="00C7E5"/>
                </a:solidFill>
                <a:latin typeface="Arial"/>
                <a:ea typeface="Arial"/>
                <a:cs typeface="Arial"/>
              </a:rPr>
              <a:t>1. Yêu cầu và nhận URL đã ký</a:t>
            </a:r>
          </a:p>
        </p:txBody>
      </p:sp>
      <p:sp>
        <p:nvSpPr>
          <p:cNvPr id="7" name="">
            <a:extLst xmlns:a="http://schemas.openxmlformats.org/drawingml/2006/main">
              <a:ext uri="{FF2B5EF4-FFF2-40B4-BE49-F238E27FC236}">
                <a16:creationId xmlns:a16="http://schemas.microsoft.com/office/drawing/2014/main" id="{3B1642D0-3B2B-4452-82D1-5AECF214896A}"/>
              </a:ext>
            </a:extLst>
          </p:cNvPr>
          <p:cNvSpPr>
            <a:spLocks xmlns:a="http://schemas.openxmlformats.org/drawingml/2006/main" noGrp="1"/>
          </p:cNvSpPr>
          <p:nvPr/>
        </p:nvSpPr>
        <p:spPr>
          <a:xfrm xmlns:a="http://schemas.openxmlformats.org/drawingml/2006/main">
            <a:off x="762000" y="2619375"/>
            <a:ext cx="5024438" cy="8382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8" name="">
            <a:extLst xmlns:a="http://schemas.openxmlformats.org/drawingml/2006/main">
              <a:ext uri="{FF2B5EF4-FFF2-40B4-BE49-F238E27FC236}">
                <a16:creationId xmlns:a16="http://schemas.microsoft.com/office/drawing/2014/main" id="{437D574C-427D-4A92-9D78-403123A937F2}"/>
              </a:ext>
            </a:extLst>
          </p:cNvPr>
          <p:cNvSpPr>
            <a:spLocks xmlns:a="http://schemas.openxmlformats.org/drawingml/2006/main" noGrp="1"/>
          </p:cNvSpPr>
          <p:nvPr/>
        </p:nvSpPr>
        <p:spPr>
          <a:xfrm xmlns:a="http://schemas.openxmlformats.org/drawingml/2006/main">
            <a:off x="895350" y="2809875"/>
            <a:ext cx="47577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Client</a:t>
            </a:r>
          </a:p>
        </p:txBody>
      </p:sp>
      <p:sp>
        <p:nvSpPr>
          <p:cNvPr id="9" name="">
            <a:extLst xmlns:a="http://schemas.openxmlformats.org/drawingml/2006/main">
              <a:ext uri="{FF2B5EF4-FFF2-40B4-BE49-F238E27FC236}">
                <a16:creationId xmlns:a16="http://schemas.microsoft.com/office/drawing/2014/main" id="{4B15D612-F517-4637-BDAC-A7DAF56A040B}"/>
              </a:ext>
            </a:extLst>
          </p:cNvPr>
          <p:cNvSpPr>
            <a:spLocks xmlns:a="http://schemas.openxmlformats.org/drawingml/2006/main" noGrp="1"/>
          </p:cNvSpPr>
          <p:nvPr/>
        </p:nvSpPr>
        <p:spPr>
          <a:xfrm xmlns:a="http://schemas.openxmlformats.org/drawingml/2006/main">
            <a:off x="6405563" y="2619375"/>
            <a:ext cx="5024438" cy="83820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0" name="">
            <a:extLst xmlns:a="http://schemas.openxmlformats.org/drawingml/2006/main">
              <a:ext uri="{FF2B5EF4-FFF2-40B4-BE49-F238E27FC236}">
                <a16:creationId xmlns:a16="http://schemas.microsoft.com/office/drawing/2014/main" id="{DBDF6880-5B22-48AA-B431-DF83EA6E74C2}"/>
              </a:ext>
            </a:extLst>
          </p:cNvPr>
          <p:cNvSpPr>
            <a:spLocks xmlns:a="http://schemas.openxmlformats.org/drawingml/2006/main" noGrp="1"/>
          </p:cNvSpPr>
          <p:nvPr/>
        </p:nvSpPr>
        <p:spPr>
          <a:xfrm xmlns:a="http://schemas.openxmlformats.org/drawingml/2006/main">
            <a:off x="6538913" y="2809875"/>
            <a:ext cx="47577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Bên cấp URL</a:t>
            </a:r>
          </a:p>
        </p:txBody>
      </p:sp>
      <p:sp>
        <p:nvSpPr>
          <p:cNvPr id="11" name="">
            <a:extLst xmlns:a="http://schemas.openxmlformats.org/drawingml/2006/main">
              <a:ext uri="{FF2B5EF4-FFF2-40B4-BE49-F238E27FC236}">
                <a16:creationId xmlns:a16="http://schemas.microsoft.com/office/drawing/2014/main" id="{310CC152-9B59-4B63-8180-B0A458482906}"/>
              </a:ext>
            </a:extLst>
          </p:cNvPr>
          <p:cNvSpPr>
            <a:spLocks xmlns:a="http://schemas.openxmlformats.org/drawingml/2006/main" noGrp="1"/>
          </p:cNvSpPr>
          <p:nvPr/>
        </p:nvSpPr>
        <p:spPr>
          <a:xfrm xmlns:a="http://schemas.openxmlformats.org/drawingml/2006/main">
            <a:off x="5862638" y="280035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5DAA4FF-873F-4A17-8EE0-9F9D0F425568}"/>
              </a:ext>
            </a:extLst>
          </p:cNvPr>
          <p:cNvSpPr>
            <a:spLocks xmlns:a="http://schemas.openxmlformats.org/drawingml/2006/main" noGrp="1"/>
          </p:cNvSpPr>
          <p:nvPr/>
        </p:nvSpPr>
        <p:spPr>
          <a:xfrm xmlns:a="http://schemas.openxmlformats.org/drawingml/2006/main">
            <a:off x="781050" y="3857625"/>
            <a:ext cx="1057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FFAC58"/>
                </a:solidFill>
                <a:latin typeface="Arial"/>
                <a:ea typeface="Arial"/>
                <a:cs typeface="Arial"/>
              </a:defRPr>
            </a:defPPr>
            <a:lvl1pPr algn="l">
              <a:defRPr sz="2250" b="1">
                <a:solidFill>
                  <a:srgbClr val="FFAC58"/>
                </a:solidFill>
                <a:latin typeface="Arial"/>
                <a:ea typeface="Arial"/>
                <a:cs typeface="Arial"/>
              </a:defRPr>
            </a:lvl1pPr>
            <a:lvl2pPr algn="l">
              <a:defRPr sz="2250" b="1">
                <a:solidFill>
                  <a:srgbClr val="FFAC58"/>
                </a:solidFill>
                <a:latin typeface="Arial"/>
                <a:ea typeface="Arial"/>
                <a:cs typeface="Arial"/>
              </a:defRPr>
            </a:lvl2pPr>
            <a:lvl3pPr algn="l">
              <a:defRPr sz="2250" b="1">
                <a:solidFill>
                  <a:srgbClr val="FFAC58"/>
                </a:solidFill>
                <a:latin typeface="Arial"/>
                <a:ea typeface="Arial"/>
                <a:cs typeface="Arial"/>
              </a:defRPr>
            </a:lvl3pPr>
            <a:lvl4pPr algn="l">
              <a:defRPr sz="2250" b="1">
                <a:solidFill>
                  <a:srgbClr val="FFAC58"/>
                </a:solidFill>
                <a:latin typeface="Arial"/>
                <a:ea typeface="Arial"/>
                <a:cs typeface="Arial"/>
              </a:defRPr>
            </a:lvl4pPr>
            <a:lvl5pPr algn="l">
              <a:defRPr sz="2250" b="1">
                <a:solidFill>
                  <a:srgbClr val="FFAC58"/>
                </a:solidFill>
                <a:latin typeface="Arial"/>
                <a:ea typeface="Arial"/>
                <a:cs typeface="Arial"/>
              </a:defRPr>
            </a:lvl5pPr>
            <a:lvl6pPr algn="l">
              <a:defRPr sz="2250" b="1">
                <a:solidFill>
                  <a:srgbClr val="FFAC58"/>
                </a:solidFill>
                <a:latin typeface="Arial"/>
                <a:ea typeface="Arial"/>
                <a:cs typeface="Arial"/>
              </a:defRPr>
            </a:lvl6pPr>
            <a:lvl7pPr algn="l">
              <a:defRPr sz="2250" b="1">
                <a:solidFill>
                  <a:srgbClr val="FFAC58"/>
                </a:solidFill>
                <a:latin typeface="Arial"/>
                <a:ea typeface="Arial"/>
                <a:cs typeface="Arial"/>
              </a:defRPr>
            </a:lvl7pPr>
            <a:lvl8pPr algn="l">
              <a:defRPr sz="2250" b="1">
                <a:solidFill>
                  <a:srgbClr val="FFAC58"/>
                </a:solidFill>
                <a:latin typeface="Arial"/>
                <a:ea typeface="Arial"/>
                <a:cs typeface="Arial"/>
              </a:defRPr>
            </a:lvl8pPr>
            <a:lvl9pPr algn="l">
              <a:defRPr sz="2250" b="1">
                <a:solidFill>
                  <a:srgbClr val="FFAC58"/>
                </a:solidFill>
                <a:latin typeface="Arial"/>
                <a:ea typeface="Arial"/>
                <a:cs typeface="Arial"/>
              </a:defRPr>
            </a:lvl9pPr>
          </a:lstStyle>
          <a:p xmlns:a="http://schemas.openxmlformats.org/drawingml/2006/main">
            <a:pPr algn="l">
              <a:defRPr sz="2250" b="1">
                <a:solidFill>
                  <a:srgbClr val="FFAC58"/>
                </a:solidFill>
                <a:latin typeface="Arial"/>
                <a:ea typeface="Arial"/>
                <a:cs typeface="Arial"/>
              </a:defRPr>
            </a:pPr>
            <a:r>
              <a:rPr sz="2250" b="1">
                <a:solidFill>
                  <a:srgbClr val="FFAC58"/>
                </a:solidFill>
                <a:latin typeface="Arial"/>
                <a:ea typeface="Arial"/>
                <a:cs typeface="Arial"/>
              </a:rPr>
              <a:t>2. Truyền dữ liệu trực tiếp</a:t>
            </a:r>
          </a:p>
        </p:txBody>
      </p:sp>
      <p:sp>
        <p:nvSpPr>
          <p:cNvPr id="13" name="">
            <a:extLst xmlns:a="http://schemas.openxmlformats.org/drawingml/2006/main">
              <a:ext uri="{FF2B5EF4-FFF2-40B4-BE49-F238E27FC236}">
                <a16:creationId xmlns:a16="http://schemas.microsoft.com/office/drawing/2014/main" id="{77B83864-C3DB-4D60-A193-4F009FA14E1A}"/>
              </a:ext>
            </a:extLst>
          </p:cNvPr>
          <p:cNvSpPr>
            <a:spLocks xmlns:a="http://schemas.openxmlformats.org/drawingml/2006/main" noGrp="1"/>
          </p:cNvSpPr>
          <p:nvPr/>
        </p:nvSpPr>
        <p:spPr>
          <a:xfrm xmlns:a="http://schemas.openxmlformats.org/drawingml/2006/main">
            <a:off x="762000" y="4419600"/>
            <a:ext cx="5024438" cy="8382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14" name="">
            <a:extLst xmlns:a="http://schemas.openxmlformats.org/drawingml/2006/main">
              <a:ext uri="{FF2B5EF4-FFF2-40B4-BE49-F238E27FC236}">
                <a16:creationId xmlns:a16="http://schemas.microsoft.com/office/drawing/2014/main" id="{5DF495F7-3AF8-4E99-BF70-6AB94B6EABC3}"/>
              </a:ext>
            </a:extLst>
          </p:cNvPr>
          <p:cNvSpPr>
            <a:spLocks xmlns:a="http://schemas.openxmlformats.org/drawingml/2006/main" noGrp="1"/>
          </p:cNvSpPr>
          <p:nvPr/>
        </p:nvSpPr>
        <p:spPr>
          <a:xfrm xmlns:a="http://schemas.openxmlformats.org/drawingml/2006/main">
            <a:off x="895350" y="4610100"/>
            <a:ext cx="47577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Client</a:t>
            </a:r>
          </a:p>
        </p:txBody>
      </p:sp>
      <p:sp>
        <p:nvSpPr>
          <p:cNvPr id="15" name="">
            <a:extLst xmlns:a="http://schemas.openxmlformats.org/drawingml/2006/main">
              <a:ext uri="{FF2B5EF4-FFF2-40B4-BE49-F238E27FC236}">
                <a16:creationId xmlns:a16="http://schemas.microsoft.com/office/drawing/2014/main" id="{CFC05A88-E9C5-464D-80A0-70911DCD9555}"/>
              </a:ext>
            </a:extLst>
          </p:cNvPr>
          <p:cNvSpPr>
            <a:spLocks xmlns:a="http://schemas.openxmlformats.org/drawingml/2006/main" noGrp="1"/>
          </p:cNvSpPr>
          <p:nvPr/>
        </p:nvSpPr>
        <p:spPr>
          <a:xfrm xmlns:a="http://schemas.openxmlformats.org/drawingml/2006/main">
            <a:off x="6405563" y="4419600"/>
            <a:ext cx="5024438" cy="83820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6" name="">
            <a:extLst xmlns:a="http://schemas.openxmlformats.org/drawingml/2006/main">
              <a:ext uri="{FF2B5EF4-FFF2-40B4-BE49-F238E27FC236}">
                <a16:creationId xmlns:a16="http://schemas.microsoft.com/office/drawing/2014/main" id="{CF776247-1D1B-4C1D-A6F0-E776142917DA}"/>
              </a:ext>
            </a:extLst>
          </p:cNvPr>
          <p:cNvSpPr>
            <a:spLocks xmlns:a="http://schemas.openxmlformats.org/drawingml/2006/main" noGrp="1"/>
          </p:cNvSpPr>
          <p:nvPr/>
        </p:nvSpPr>
        <p:spPr>
          <a:xfrm xmlns:a="http://schemas.openxmlformats.org/drawingml/2006/main">
            <a:off x="6538913" y="4610100"/>
            <a:ext cx="4757738"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S3</a:t>
            </a:r>
          </a:p>
        </p:txBody>
      </p:sp>
      <p:sp>
        <p:nvSpPr>
          <p:cNvPr id="17" name="">
            <a:extLst xmlns:a="http://schemas.openxmlformats.org/drawingml/2006/main">
              <a:ext uri="{FF2B5EF4-FFF2-40B4-BE49-F238E27FC236}">
                <a16:creationId xmlns:a16="http://schemas.microsoft.com/office/drawing/2014/main" id="{17DC168B-4861-4B68-97C7-DFEC825DB95B}"/>
              </a:ext>
            </a:extLst>
          </p:cNvPr>
          <p:cNvSpPr>
            <a:spLocks xmlns:a="http://schemas.openxmlformats.org/drawingml/2006/main" noGrp="1"/>
          </p:cNvSpPr>
          <p:nvPr/>
        </p:nvSpPr>
        <p:spPr>
          <a:xfrm xmlns:a="http://schemas.openxmlformats.org/drawingml/2006/main">
            <a:off x="5862638" y="4600575"/>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08A75227-841D-4C73-89A2-8AB5B31A1577}"/>
              </a:ext>
            </a:extLst>
          </p:cNvPr>
          <p:cNvSpPr>
            <a:spLocks xmlns:a="http://schemas.openxmlformats.org/drawingml/2006/main" noGrp="1"/>
          </p:cNvSpPr>
          <p:nvPr/>
        </p:nvSpPr>
        <p:spPr>
          <a:xfrm xmlns:a="http://schemas.openxmlformats.org/drawingml/2006/main">
            <a:off x="781050" y="5753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4F8FC"/>
                </a:solidFill>
                <a:latin typeface="Arial"/>
                <a:ea typeface="Arial"/>
                <a:cs typeface="Arial"/>
              </a:defRPr>
            </a:defPPr>
            <a:lvl1pPr algn="l">
              <a:defRPr sz="2175" b="0">
                <a:solidFill>
                  <a:srgbClr val="F4F8FC"/>
                </a:solidFill>
                <a:latin typeface="Arial"/>
                <a:ea typeface="Arial"/>
                <a:cs typeface="Arial"/>
              </a:defRPr>
            </a:lvl1pPr>
            <a:lvl2pPr algn="l">
              <a:defRPr sz="2175" b="0">
                <a:solidFill>
                  <a:srgbClr val="F4F8FC"/>
                </a:solidFill>
                <a:latin typeface="Arial"/>
                <a:ea typeface="Arial"/>
                <a:cs typeface="Arial"/>
              </a:defRPr>
            </a:lvl2pPr>
            <a:lvl3pPr algn="l">
              <a:defRPr sz="2175" b="0">
                <a:solidFill>
                  <a:srgbClr val="F4F8FC"/>
                </a:solidFill>
                <a:latin typeface="Arial"/>
                <a:ea typeface="Arial"/>
                <a:cs typeface="Arial"/>
              </a:defRPr>
            </a:lvl3pPr>
            <a:lvl4pPr algn="l">
              <a:defRPr sz="2175" b="0">
                <a:solidFill>
                  <a:srgbClr val="F4F8FC"/>
                </a:solidFill>
                <a:latin typeface="Arial"/>
                <a:ea typeface="Arial"/>
                <a:cs typeface="Arial"/>
              </a:defRPr>
            </a:lvl4pPr>
            <a:lvl5pPr algn="l">
              <a:defRPr sz="2175" b="0">
                <a:solidFill>
                  <a:srgbClr val="F4F8FC"/>
                </a:solidFill>
                <a:latin typeface="Arial"/>
                <a:ea typeface="Arial"/>
                <a:cs typeface="Arial"/>
              </a:defRPr>
            </a:lvl5pPr>
            <a:lvl6pPr algn="l">
              <a:defRPr sz="2175" b="0">
                <a:solidFill>
                  <a:srgbClr val="F4F8FC"/>
                </a:solidFill>
                <a:latin typeface="Arial"/>
                <a:ea typeface="Arial"/>
                <a:cs typeface="Arial"/>
              </a:defRPr>
            </a:lvl6pPr>
            <a:lvl7pPr algn="l">
              <a:defRPr sz="2175" b="0">
                <a:solidFill>
                  <a:srgbClr val="F4F8FC"/>
                </a:solidFill>
                <a:latin typeface="Arial"/>
                <a:ea typeface="Arial"/>
                <a:cs typeface="Arial"/>
              </a:defRPr>
            </a:lvl7pPr>
            <a:lvl8pPr algn="l">
              <a:defRPr sz="2175" b="0">
                <a:solidFill>
                  <a:srgbClr val="F4F8FC"/>
                </a:solidFill>
                <a:latin typeface="Arial"/>
                <a:ea typeface="Arial"/>
                <a:cs typeface="Arial"/>
              </a:defRPr>
            </a:lvl8pPr>
            <a:lvl9pPr algn="l">
              <a:defRPr sz="2175" b="0">
                <a:solidFill>
                  <a:srgbClr val="F4F8FC"/>
                </a:solidFill>
                <a:latin typeface="Arial"/>
                <a:ea typeface="Arial"/>
                <a:cs typeface="Arial"/>
              </a:defRPr>
            </a:lvl9pPr>
          </a:lstStyle>
          <a:p xmlns:a="http://schemas.openxmlformats.org/drawingml/2006/main">
            <a:pPr algn="l">
              <a:defRPr sz="2175" b="0">
                <a:solidFill>
                  <a:srgbClr val="F4F8FC"/>
                </a:solidFill>
                <a:latin typeface="Arial"/>
                <a:ea typeface="Arial"/>
                <a:cs typeface="Arial"/>
              </a:defRPr>
            </a:pPr>
            <a:r>
              <a:rPr sz="2175" b="0">
                <a:solidFill>
                  <a:srgbClr val="F4F8FC"/>
                </a:solidFill>
                <a:latin typeface="Arial"/>
                <a:ea typeface="Arial"/>
                <a:cs typeface="Arial"/>
              </a:rPr>
              <a:t>Demo tạo URL ngay từ AWS Console</a:t>
            </a:r>
          </a:p>
        </p:txBody>
      </p:sp>
    </p:spTree>
    <p:extLst>
      <p:ext uri="{BB962C8B-B14F-4D97-AF65-F5344CB8AC3E}">
        <p14:creationId xmlns:p14="http://schemas.microsoft.com/office/powerpoint/2010/main" val="951015643"/>
      </p:ext>
    </p:extLst>
  </p:cSld>
</p:sld>
</file>

<file path=ppt/slides/slide22.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6D85A4D6-AC26-4E8B-94DA-88DC8A279AC5}"/>
              </a:ext>
            </a:extLst>
          </p:cNvPr>
          <p:cNvPicPr>
            <a:picLocks xmlns:a="http://schemas.openxmlformats.org/drawingml/2006/main" noChangeAspect="1"/>
          </p:cNvPicPr>
          <p:nvPr/>
        </p:nvPicPr>
        <p:blipFill>
          <a:blip xmlns:r="http://schemas.openxmlformats.org/officeDocument/2006/relationships" xmlns:a="http://schemas.openxmlformats.org/drawingml/2006/main" r:embed="Rfabe9510f8194cc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C7CE4A-C3AF-4366-A2AA-AEEEB5F8ED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8708FD4C-303C-4CEB-A59D-9D4F1B888FC4}"/>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Versioning: Cùng key, nhiều phiên bản</a:t>
            </a:r>
          </a:p>
        </p:txBody>
      </p:sp>
      <p:sp>
        <p:nvSpPr>
          <p:cNvPr id="4" name="">
            <a:extLst xmlns:a="http://schemas.openxmlformats.org/drawingml/2006/main">
              <a:ext uri="{FF2B5EF4-FFF2-40B4-BE49-F238E27FC236}">
                <a16:creationId xmlns:a16="http://schemas.microsoft.com/office/drawing/2014/main" id="{B807C7B8-E95D-4393-BC54-4812BFEB6E7C}"/>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88A7718A-B922-4BFA-830F-D5E38E1E74B7}"/>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22 / 45</a:t>
            </a:r>
          </a:p>
        </p:txBody>
      </p:sp>
      <p:sp>
        <p:nvSpPr>
          <p:cNvPr id="6" name="">
            <a:extLst xmlns:a="http://schemas.openxmlformats.org/drawingml/2006/main">
              <a:ext uri="{FF2B5EF4-FFF2-40B4-BE49-F238E27FC236}">
                <a16:creationId xmlns:a16="http://schemas.microsoft.com/office/drawing/2014/main" id="{F4818B5C-1D67-4A18-934F-B509A57EF7CF}"/>
              </a:ext>
            </a:extLst>
          </p:cNvPr>
          <p:cNvSpPr>
            <a:spLocks xmlns:a="http://schemas.openxmlformats.org/drawingml/2006/main" noGrp="1"/>
          </p:cNvSpPr>
          <p:nvPr/>
        </p:nvSpPr>
        <p:spPr>
          <a:xfrm xmlns:a="http://schemas.openxmlformats.org/drawingml/2006/main">
            <a:off x="762000" y="2324100"/>
            <a:ext cx="3143250" cy="104775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19C5CCF3-890D-42FC-9D15-AC69A425FBB6}"/>
              </a:ext>
            </a:extLst>
          </p:cNvPr>
          <p:cNvSpPr>
            <a:spLocks xmlns:a="http://schemas.openxmlformats.org/drawingml/2006/main" noGrp="1"/>
          </p:cNvSpPr>
          <p:nvPr/>
        </p:nvSpPr>
        <p:spPr>
          <a:xfrm xmlns:a="http://schemas.openxmlformats.org/drawingml/2006/main">
            <a:off x="895350" y="2514600"/>
            <a:ext cx="2876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v1: bản đầu</a:t>
            </a:r>
          </a:p>
        </p:txBody>
      </p:sp>
      <p:sp>
        <p:nvSpPr>
          <p:cNvPr id="8" name="">
            <a:extLst xmlns:a="http://schemas.openxmlformats.org/drawingml/2006/main">
              <a:ext uri="{FF2B5EF4-FFF2-40B4-BE49-F238E27FC236}">
                <a16:creationId xmlns:a16="http://schemas.microsoft.com/office/drawing/2014/main" id="{0A77CAA8-3965-486A-B93A-38BFD1961D5F}"/>
              </a:ext>
            </a:extLst>
          </p:cNvPr>
          <p:cNvSpPr>
            <a:spLocks xmlns:a="http://schemas.openxmlformats.org/drawingml/2006/main" noGrp="1"/>
          </p:cNvSpPr>
          <p:nvPr/>
        </p:nvSpPr>
        <p:spPr>
          <a:xfrm xmlns:a="http://schemas.openxmlformats.org/drawingml/2006/main">
            <a:off x="4524375" y="2324100"/>
            <a:ext cx="3143250" cy="104775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6348EF05-A05C-4747-BA37-7E25AE5C3E0F}"/>
              </a:ext>
            </a:extLst>
          </p:cNvPr>
          <p:cNvSpPr>
            <a:spLocks xmlns:a="http://schemas.openxmlformats.org/drawingml/2006/main" noGrp="1"/>
          </p:cNvSpPr>
          <p:nvPr/>
        </p:nvSpPr>
        <p:spPr>
          <a:xfrm xmlns:a="http://schemas.openxmlformats.org/drawingml/2006/main">
            <a:off x="4657725" y="2514600"/>
            <a:ext cx="2876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v2: sửa nhầm</a:t>
            </a:r>
          </a:p>
        </p:txBody>
      </p:sp>
      <p:sp>
        <p:nvSpPr>
          <p:cNvPr id="10" name="">
            <a:extLst xmlns:a="http://schemas.openxmlformats.org/drawingml/2006/main">
              <a:ext uri="{FF2B5EF4-FFF2-40B4-BE49-F238E27FC236}">
                <a16:creationId xmlns:a16="http://schemas.microsoft.com/office/drawing/2014/main" id="{515217C8-99A0-4037-B90F-B5803792E707}"/>
              </a:ext>
            </a:extLst>
          </p:cNvPr>
          <p:cNvSpPr>
            <a:spLocks xmlns:a="http://schemas.openxmlformats.org/drawingml/2006/main" noGrp="1"/>
          </p:cNvSpPr>
          <p:nvPr/>
        </p:nvSpPr>
        <p:spPr>
          <a:xfrm xmlns:a="http://schemas.openxmlformats.org/drawingml/2006/main">
            <a:off x="3981450" y="260985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D0BFA7B1-1CEC-4A58-9961-82D6DF964056}"/>
              </a:ext>
            </a:extLst>
          </p:cNvPr>
          <p:cNvSpPr>
            <a:spLocks xmlns:a="http://schemas.openxmlformats.org/drawingml/2006/main" noGrp="1"/>
          </p:cNvSpPr>
          <p:nvPr/>
        </p:nvSpPr>
        <p:spPr>
          <a:xfrm xmlns:a="http://schemas.openxmlformats.org/drawingml/2006/main">
            <a:off x="8286750" y="2324100"/>
            <a:ext cx="3143250" cy="104775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2" name="">
            <a:extLst xmlns:a="http://schemas.openxmlformats.org/drawingml/2006/main">
              <a:ext uri="{FF2B5EF4-FFF2-40B4-BE49-F238E27FC236}">
                <a16:creationId xmlns:a16="http://schemas.microsoft.com/office/drawing/2014/main" id="{56ADDBB4-0FF3-4BC2-95E2-99E415750F78}"/>
              </a:ext>
            </a:extLst>
          </p:cNvPr>
          <p:cNvSpPr>
            <a:spLocks xmlns:a="http://schemas.openxmlformats.org/drawingml/2006/main" noGrp="1"/>
          </p:cNvSpPr>
          <p:nvPr/>
        </p:nvSpPr>
        <p:spPr>
          <a:xfrm xmlns:a="http://schemas.openxmlformats.org/drawingml/2006/main">
            <a:off x="8420100" y="2514600"/>
            <a:ext cx="2876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v3: nội dung v1</a:t>
            </a:r>
          </a:p>
        </p:txBody>
      </p:sp>
      <p:sp>
        <p:nvSpPr>
          <p:cNvPr id="13" name="">
            <a:extLst xmlns:a="http://schemas.openxmlformats.org/drawingml/2006/main">
              <a:ext uri="{FF2B5EF4-FFF2-40B4-BE49-F238E27FC236}">
                <a16:creationId xmlns:a16="http://schemas.microsoft.com/office/drawing/2014/main" id="{C417EE53-65AD-4913-B5F4-710BAF9E0EE4}"/>
              </a:ext>
            </a:extLst>
          </p:cNvPr>
          <p:cNvSpPr>
            <a:spLocks xmlns:a="http://schemas.openxmlformats.org/drawingml/2006/main" noGrp="1"/>
          </p:cNvSpPr>
          <p:nvPr/>
        </p:nvSpPr>
        <p:spPr>
          <a:xfrm xmlns:a="http://schemas.openxmlformats.org/drawingml/2006/main">
            <a:off x="7743825" y="260985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BEC7FE6A-E330-4836-BDC6-A746D59DE1F6}"/>
              </a:ext>
            </a:extLst>
          </p:cNvPr>
          <p:cNvSpPr>
            <a:spLocks xmlns:a="http://schemas.openxmlformats.org/drawingml/2006/main" noGrp="1"/>
          </p:cNvSpPr>
          <p:nvPr/>
        </p:nvSpPr>
        <p:spPr>
          <a:xfrm xmlns:a="http://schemas.openxmlformats.org/drawingml/2006/main">
            <a:off x="781050" y="40481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15" name="">
            <a:extLst xmlns:a="http://schemas.openxmlformats.org/drawingml/2006/main">
              <a:ext uri="{FF2B5EF4-FFF2-40B4-BE49-F238E27FC236}">
                <a16:creationId xmlns:a16="http://schemas.microsoft.com/office/drawing/2014/main" id="{5341360A-7AC0-4BB5-8918-40CDBDC3F551}"/>
              </a:ext>
            </a:extLst>
          </p:cNvPr>
          <p:cNvSpPr>
            <a:spLocks xmlns:a="http://schemas.openxmlformats.org/drawingml/2006/main" noGrp="1"/>
          </p:cNvSpPr>
          <p:nvPr/>
        </p:nvSpPr>
        <p:spPr>
          <a:xfrm xmlns:a="http://schemas.openxmlformats.org/drawingml/2006/main">
            <a:off x="1428750" y="4019550"/>
            <a:ext cx="9925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Bật Versioning trước khi thử ghi đè</a:t>
            </a:r>
          </a:p>
        </p:txBody>
      </p:sp>
      <p:sp>
        <p:nvSpPr>
          <p:cNvPr id="16" name="">
            <a:extLst xmlns:a="http://schemas.openxmlformats.org/drawingml/2006/main">
              <a:ext uri="{FF2B5EF4-FFF2-40B4-BE49-F238E27FC236}">
                <a16:creationId xmlns:a16="http://schemas.microsoft.com/office/drawing/2014/main" id="{D0268829-0F77-4D23-AF5F-58FF7516ADB4}"/>
              </a:ext>
            </a:extLst>
          </p:cNvPr>
          <p:cNvSpPr>
            <a:spLocks xmlns:a="http://schemas.openxmlformats.org/drawingml/2006/main" noGrp="1"/>
          </p:cNvSpPr>
          <p:nvPr/>
        </p:nvSpPr>
        <p:spPr>
          <a:xfrm xmlns:a="http://schemas.openxmlformats.org/drawingml/2006/main">
            <a:off x="781050" y="47339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8C14474D-B3F1-49E3-B689-01BBFC22C55C}"/>
              </a:ext>
            </a:extLst>
          </p:cNvPr>
          <p:cNvSpPr>
            <a:spLocks xmlns:a="http://schemas.openxmlformats.org/drawingml/2006/main" noGrp="1"/>
          </p:cNvSpPr>
          <p:nvPr/>
        </p:nvSpPr>
        <p:spPr>
          <a:xfrm xmlns:a="http://schemas.openxmlformats.org/drawingml/2006/main">
            <a:off x="1428750" y="4705350"/>
            <a:ext cx="9925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Có thể đọc bản cũ bằng Version ID</a:t>
            </a:r>
          </a:p>
        </p:txBody>
      </p:sp>
      <p:sp>
        <p:nvSpPr>
          <p:cNvPr id="18" name="">
            <a:extLst xmlns:a="http://schemas.openxmlformats.org/drawingml/2006/main">
              <a:ext uri="{FF2B5EF4-FFF2-40B4-BE49-F238E27FC236}">
                <a16:creationId xmlns:a16="http://schemas.microsoft.com/office/drawing/2014/main" id="{0C952C76-A86E-45D8-9B7D-1DF73CDA31B6}"/>
              </a:ext>
            </a:extLst>
          </p:cNvPr>
          <p:cNvSpPr>
            <a:spLocks xmlns:a="http://schemas.openxmlformats.org/drawingml/2006/main" noGrp="1"/>
          </p:cNvSpPr>
          <p:nvPr/>
        </p:nvSpPr>
        <p:spPr>
          <a:xfrm xmlns:a="http://schemas.openxmlformats.org/drawingml/2006/main">
            <a:off x="781050" y="54197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C4859A1E-A1B3-4692-AF6B-1C874F5784BE}"/>
              </a:ext>
            </a:extLst>
          </p:cNvPr>
          <p:cNvSpPr>
            <a:spLocks xmlns:a="http://schemas.openxmlformats.org/drawingml/2006/main" noGrp="1"/>
          </p:cNvSpPr>
          <p:nvPr/>
        </p:nvSpPr>
        <p:spPr>
          <a:xfrm xmlns:a="http://schemas.openxmlformats.org/drawingml/2006/main">
            <a:off x="1428750" y="5391150"/>
            <a:ext cx="9925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Các phiên bản cũ tiếp tục dùng dung lượng</a:t>
            </a:r>
          </a:p>
        </p:txBody>
      </p:sp>
    </p:spTree>
    <p:extLst>
      <p:ext uri="{BB962C8B-B14F-4D97-AF65-F5344CB8AC3E}">
        <p14:creationId xmlns:p14="http://schemas.microsoft.com/office/powerpoint/2010/main" val="2117276308"/>
      </p:ext>
    </p:extLst>
  </p:cSld>
</p:sld>
</file>

<file path=ppt/slides/slide23.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9CD58BC-D9DC-498A-A6DB-8247CD5B33BA}"/>
              </a:ext>
            </a:extLst>
          </p:cNvPr>
          <p:cNvPicPr>
            <a:picLocks xmlns:a="http://schemas.openxmlformats.org/drawingml/2006/main" noChangeAspect="1"/>
          </p:cNvPicPr>
          <p:nvPr/>
        </p:nvPicPr>
        <p:blipFill>
          <a:blip xmlns:r="http://schemas.openxmlformats.org/officeDocument/2006/relationships" xmlns:a="http://schemas.openxmlformats.org/drawingml/2006/main" r:embed="Rde7d0ab8a65247a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CF07C1D-1EC9-4ABA-8389-1FAA8B8D61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6916A01F-AF6A-4AD2-9E27-B2F66B8D93D7}"/>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Delete marker và xóa phiên bản</a:t>
            </a:r>
          </a:p>
        </p:txBody>
      </p:sp>
      <p:sp>
        <p:nvSpPr>
          <p:cNvPr id="4" name="">
            <a:extLst xmlns:a="http://schemas.openxmlformats.org/drawingml/2006/main">
              <a:ext uri="{FF2B5EF4-FFF2-40B4-BE49-F238E27FC236}">
                <a16:creationId xmlns:a16="http://schemas.microsoft.com/office/drawing/2014/main" id="{BC4DB856-9C0A-4739-B296-F8C7D281D901}"/>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E1A1D2D0-AFC3-4334-8293-CB1390A69BA4}"/>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23 / 45</a:t>
            </a:r>
          </a:p>
        </p:txBody>
      </p:sp>
      <p:sp>
        <p:nvSpPr>
          <p:cNvPr id="6" name="">
            <a:extLst xmlns:a="http://schemas.openxmlformats.org/drawingml/2006/main">
              <a:ext uri="{FF2B5EF4-FFF2-40B4-BE49-F238E27FC236}">
                <a16:creationId xmlns:a16="http://schemas.microsoft.com/office/drawing/2014/main" id="{EFE818BF-9D54-435C-B987-79842F17D4DE}"/>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56C588F-5C30-42D1-8E4F-990E58DAFC23}"/>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Xóa không chỉ định version có thể tạo delete marker</a:t>
            </a:r>
          </a:p>
        </p:txBody>
      </p:sp>
      <p:sp>
        <p:nvSpPr>
          <p:cNvPr id="8" name="">
            <a:extLst xmlns:a="http://schemas.openxmlformats.org/drawingml/2006/main">
              <a:ext uri="{FF2B5EF4-FFF2-40B4-BE49-F238E27FC236}">
                <a16:creationId xmlns:a16="http://schemas.microsoft.com/office/drawing/2014/main" id="{C428A6E0-CABB-4989-828D-AFF69BE21B3E}"/>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FBFBBDF-652A-4F1C-85B3-675136D19144}"/>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GET mặc định khi đó không trả về bản cũ</a:t>
            </a:r>
          </a:p>
        </p:txBody>
      </p:sp>
      <p:sp>
        <p:nvSpPr>
          <p:cNvPr id="10" name="">
            <a:extLst xmlns:a="http://schemas.openxmlformats.org/drawingml/2006/main">
              <a:ext uri="{FF2B5EF4-FFF2-40B4-BE49-F238E27FC236}">
                <a16:creationId xmlns:a16="http://schemas.microsoft.com/office/drawing/2014/main" id="{3B0761C7-9D57-4DA9-B092-08B94FAD7C10}"/>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D912C6A-34E8-4ED1-B029-A457F8898F8A}"/>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Xóa một version ID có thể xóa vĩnh viễn phiên bản đó</a:t>
            </a:r>
          </a:p>
        </p:txBody>
      </p:sp>
      <p:sp>
        <p:nvSpPr>
          <p:cNvPr id="12" name="">
            <a:extLst xmlns:a="http://schemas.openxmlformats.org/drawingml/2006/main">
              <a:ext uri="{FF2B5EF4-FFF2-40B4-BE49-F238E27FC236}">
                <a16:creationId xmlns:a16="http://schemas.microsoft.com/office/drawing/2014/main" id="{99F738A3-E903-4253-A71D-57752F5AFA81}"/>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AD2D465A-00E7-4169-BC67-907ABF4CD120}"/>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Phải phân biệt xóa logic và xóa phiên bản</a:t>
            </a:r>
          </a:p>
        </p:txBody>
      </p:sp>
    </p:spTree>
    <p:extLst>
      <p:ext uri="{BB962C8B-B14F-4D97-AF65-F5344CB8AC3E}">
        <p14:creationId xmlns:p14="http://schemas.microsoft.com/office/powerpoint/2010/main" val="1466232867"/>
      </p:ext>
    </p:extLst>
  </p:cSld>
</p:sld>
</file>

<file path=ppt/slides/slide24.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BD25DBB-DEDD-409D-A195-390A79D727BE}"/>
              </a:ext>
            </a:extLst>
          </p:cNvPr>
          <p:cNvPicPr>
            <a:picLocks xmlns:a="http://schemas.openxmlformats.org/drawingml/2006/main" noChangeAspect="1"/>
          </p:cNvPicPr>
          <p:nvPr/>
        </p:nvPicPr>
        <p:blipFill>
          <a:blip xmlns:r="http://schemas.openxmlformats.org/officeDocument/2006/relationships" xmlns:a="http://schemas.openxmlformats.org/drawingml/2006/main" r:embed="Reedd9d6d44014cc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D13D3A-712A-449A-88EB-61D9F7AF1A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643A9008-E23D-487B-891F-BAAA6FC2899D}"/>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Object Lock: Bảo vệ một phiên bản</a:t>
            </a:r>
          </a:p>
        </p:txBody>
      </p:sp>
      <p:sp>
        <p:nvSpPr>
          <p:cNvPr id="4" name="">
            <a:extLst xmlns:a="http://schemas.openxmlformats.org/drawingml/2006/main">
              <a:ext uri="{FF2B5EF4-FFF2-40B4-BE49-F238E27FC236}">
                <a16:creationId xmlns:a16="http://schemas.microsoft.com/office/drawing/2014/main" id="{7DD9950F-17DB-4905-8BAC-499EEC242DAE}"/>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C8340D1E-6EEB-4A0A-9BE2-62E1B04EF107}"/>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24 / 45</a:t>
            </a:r>
          </a:p>
        </p:txBody>
      </p:sp>
      <p:sp>
        <p:nvSpPr>
          <p:cNvPr id="6" name="">
            <a:extLst xmlns:a="http://schemas.openxmlformats.org/drawingml/2006/main">
              <a:ext uri="{FF2B5EF4-FFF2-40B4-BE49-F238E27FC236}">
                <a16:creationId xmlns:a16="http://schemas.microsoft.com/office/drawing/2014/main" id="{30473632-B156-4A5B-82EA-FAA279CFA91F}"/>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A959829-0CAE-4604-8A22-EE3374CA4A7C}"/>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Cơ chế WORM: bảo vệ phiên bản trong thời gian lưu</a:t>
            </a:r>
          </a:p>
        </p:txBody>
      </p:sp>
      <p:sp>
        <p:nvSpPr>
          <p:cNvPr id="8" name="">
            <a:extLst xmlns:a="http://schemas.openxmlformats.org/drawingml/2006/main">
              <a:ext uri="{FF2B5EF4-FFF2-40B4-BE49-F238E27FC236}">
                <a16:creationId xmlns:a16="http://schemas.microsoft.com/office/drawing/2014/main" id="{D4848951-C8AA-402C-9A32-B2C2FCEEFBBD}"/>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1F101047-BC31-444F-9849-428D95ADF6C6}"/>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Governance và Compliance có quy tắc khác nhau</a:t>
            </a:r>
          </a:p>
        </p:txBody>
      </p:sp>
      <p:sp>
        <p:nvSpPr>
          <p:cNvPr id="10" name="">
            <a:extLst xmlns:a="http://schemas.openxmlformats.org/drawingml/2006/main">
              <a:ext uri="{FF2B5EF4-FFF2-40B4-BE49-F238E27FC236}">
                <a16:creationId xmlns:a16="http://schemas.microsoft.com/office/drawing/2014/main" id="{8D1B90D6-AF39-4B49-998F-8F32D2BC0FA9}"/>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E5A8FCC-5EE2-47BF-B67B-746F2A4BEA74}"/>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Hữu ích khi cần chính sách lưu giữ bắt buộc</a:t>
            </a:r>
          </a:p>
        </p:txBody>
      </p:sp>
      <p:sp>
        <p:nvSpPr>
          <p:cNvPr id="12" name="">
            <a:extLst xmlns:a="http://schemas.openxmlformats.org/drawingml/2006/main">
              <a:ext uri="{FF2B5EF4-FFF2-40B4-BE49-F238E27FC236}">
                <a16:creationId xmlns:a16="http://schemas.microsoft.com/office/drawing/2014/main" id="{DFD75310-0D68-47CD-AFDB-48201C94D789}"/>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FD8A5BCC-22F5-4460-B54E-AFAF7346CCD2}"/>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Demo không bật Object Lock</a:t>
            </a:r>
          </a:p>
        </p:txBody>
      </p:sp>
    </p:spTree>
    <p:extLst>
      <p:ext uri="{BB962C8B-B14F-4D97-AF65-F5344CB8AC3E}">
        <p14:creationId xmlns:p14="http://schemas.microsoft.com/office/powerpoint/2010/main" val="420645472"/>
      </p:ext>
    </p:extLst>
  </p:cSld>
</p:sld>
</file>

<file path=ppt/slides/slide25.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8DCB4F7-6B28-4BF8-BFC9-AC552517F249}"/>
              </a:ext>
            </a:extLst>
          </p:cNvPr>
          <p:cNvPicPr>
            <a:picLocks xmlns:a="http://schemas.openxmlformats.org/drawingml/2006/main" noChangeAspect="1"/>
          </p:cNvPicPr>
          <p:nvPr/>
        </p:nvPicPr>
        <p:blipFill>
          <a:blip xmlns:r="http://schemas.openxmlformats.org/officeDocument/2006/relationships" xmlns:a="http://schemas.openxmlformats.org/drawingml/2006/main" r:embed="Rb0c18b6cf05e487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0F2B83-DD10-407C-B154-6469514E52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453B6AA4-6126-4B9C-8CD6-DBA7046A5F3F}"/>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Chọn storage class theo nhu cầu</a:t>
            </a:r>
          </a:p>
        </p:txBody>
      </p:sp>
      <p:sp>
        <p:nvSpPr>
          <p:cNvPr id="4" name="">
            <a:extLst xmlns:a="http://schemas.openxmlformats.org/drawingml/2006/main">
              <a:ext uri="{FF2B5EF4-FFF2-40B4-BE49-F238E27FC236}">
                <a16:creationId xmlns:a16="http://schemas.microsoft.com/office/drawing/2014/main" id="{5B0C1C58-2CFB-4B3E-A590-C3613466AE3A}"/>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05C82913-5E3E-46AF-A8C6-20B0C4A480FB}"/>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25 / 45</a:t>
            </a:r>
          </a:p>
        </p:txBody>
      </p:sp>
      <p:sp>
        <p:nvSpPr>
          <p:cNvPr id="6" name="">
            <a:extLst xmlns:a="http://schemas.openxmlformats.org/drawingml/2006/main">
              <a:ext uri="{FF2B5EF4-FFF2-40B4-BE49-F238E27FC236}">
                <a16:creationId xmlns:a16="http://schemas.microsoft.com/office/drawing/2014/main" id="{349135EB-D8B5-4E2D-A93D-7C3ECDAA9F8D}"/>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E7F88EB-F6ED-45C0-BE33-4908BD0B1590}"/>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Tần suất truy cập dữ liệu</a:t>
            </a:r>
          </a:p>
        </p:txBody>
      </p:sp>
      <p:sp>
        <p:nvSpPr>
          <p:cNvPr id="8" name="">
            <a:extLst xmlns:a="http://schemas.openxmlformats.org/drawingml/2006/main">
              <a:ext uri="{FF2B5EF4-FFF2-40B4-BE49-F238E27FC236}">
                <a16:creationId xmlns:a16="http://schemas.microsoft.com/office/drawing/2014/main" id="{F6EACF9A-1F24-4940-B672-82CC735D6D47}"/>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14C7281-EB80-45AF-A2F9-974C8695387B}"/>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Độ trễ và thời gian chờ phục hồi</a:t>
            </a:r>
          </a:p>
        </p:txBody>
      </p:sp>
      <p:sp>
        <p:nvSpPr>
          <p:cNvPr id="10" name="">
            <a:extLst xmlns:a="http://schemas.openxmlformats.org/drawingml/2006/main">
              <a:ext uri="{FF2B5EF4-FFF2-40B4-BE49-F238E27FC236}">
                <a16:creationId xmlns:a16="http://schemas.microsoft.com/office/drawing/2014/main" id="{82848223-82B4-4BCA-AFD6-0863883FF0A8}"/>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8C332B6-024A-43A6-BB80-FACD79D14FA4}"/>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Có cần chịu mất cả một AZ hay không?</a:t>
            </a:r>
          </a:p>
        </p:txBody>
      </p:sp>
      <p:sp>
        <p:nvSpPr>
          <p:cNvPr id="12" name="">
            <a:extLst xmlns:a="http://schemas.openxmlformats.org/drawingml/2006/main">
              <a:ext uri="{FF2B5EF4-FFF2-40B4-BE49-F238E27FC236}">
                <a16:creationId xmlns:a16="http://schemas.microsoft.com/office/drawing/2014/main" id="{B887808A-22E2-4E7A-94A2-9F18A6BB1329}"/>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458C4FCB-A829-4CF7-8F17-1D8D37874322}"/>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Tổng chi phí lưu, đọc và chuyển lớp</a:t>
            </a:r>
          </a:p>
        </p:txBody>
      </p:sp>
    </p:spTree>
    <p:extLst>
      <p:ext uri="{BB962C8B-B14F-4D97-AF65-F5344CB8AC3E}">
        <p14:creationId xmlns:p14="http://schemas.microsoft.com/office/powerpoint/2010/main" val="1019942629"/>
      </p:ext>
    </p:extLst>
  </p:cSld>
</p:sld>
</file>

<file path=ppt/slides/slide26.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36FD657-B343-4A7C-B6F1-FF5A2AF90A2B}"/>
              </a:ext>
            </a:extLst>
          </p:cNvPr>
          <p:cNvPicPr>
            <a:picLocks xmlns:a="http://schemas.openxmlformats.org/drawingml/2006/main" noChangeAspect="1"/>
          </p:cNvPicPr>
          <p:nvPr/>
        </p:nvPicPr>
        <p:blipFill>
          <a:blip xmlns:r="http://schemas.openxmlformats.org/officeDocument/2006/relationships" xmlns:a="http://schemas.openxmlformats.org/drawingml/2006/main" r:embed="R5d9bbde51e8c462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9F13DA-44E7-40F0-8FCF-FA71FB542D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4D254DDF-62BF-4C46-98B6-568867BD6315}"/>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Các lớp lưu trữ thường gặp</a:t>
            </a:r>
          </a:p>
        </p:txBody>
      </p:sp>
      <p:sp>
        <p:nvSpPr>
          <p:cNvPr id="4" name="">
            <a:extLst xmlns:a="http://schemas.openxmlformats.org/drawingml/2006/main">
              <a:ext uri="{FF2B5EF4-FFF2-40B4-BE49-F238E27FC236}">
                <a16:creationId xmlns:a16="http://schemas.microsoft.com/office/drawing/2014/main" id="{260A54BC-4860-42B8-8017-5A54CD189E87}"/>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B5D984EA-4317-4ED4-A9C3-5C7F7563A62B}"/>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26 / 45</a:t>
            </a:r>
          </a:p>
        </p:txBody>
      </p:sp>
      <p:graphicFrame>
        <p:nvGraphicFramePr>
          <p:cNvPr id="6" name="">
            <a:extLst xmlns:a="http://schemas.openxmlformats.org/drawingml/2006/main">
              <a:ext uri="{FF2B5EF4-FFF2-40B4-BE49-F238E27FC236}">
                <a16:creationId xmlns:a16="http://schemas.microsoft.com/office/drawing/2014/main" id="{33764FC4-13CE-474B-9649-018EAE7FD94E}"/>
              </a:ext>
            </a:extLst>
          </p:cNvPr>
          <p:cNvGraphicFramePr/>
          <p:nvPr/>
        </p:nvGraphicFramePr>
        <p:xfrm>
          <a:off xmlns:a="http://schemas.openxmlformats.org/drawingml/2006/main" x="704850" y="2200275"/>
          <a:ext xmlns:a="http://schemas.openxmlformats.org/drawingml/2006/main" cx="10782300" cy="3781425"/>
        </p:xfrm>
        <a:graphic xmlns:a="http://schemas.openxmlformats.org/drawingml/2006/main">
          <a:graphicData uri="http://schemas.openxmlformats.org/drawingml/2006/table">
            <a:tbl>
              <a:tblPr/>
              <a:tblGrid>
                <a:gridCol w="4572000"/>
                <a:gridCol w="6210300"/>
              </a:tblGrid>
              <a:tr h="756285">
                <a:tc>
                  <a:txBody>
                    <a:bodyPr lIns="142875" tIns="142875" rIns="142875" bIns="142875"/>
                    <a:lstStyle/>
                    <a:p>
                      <a:r>
                        <a:rPr sz="2250" b="1">
                          <a:solidFill>
                            <a:srgbClr val="00C7E5"/>
                          </a:solidFill>
                          <a:latin typeface="Arial"/>
                          <a:ea typeface="Arial"/>
                          <a:cs typeface="Arial"/>
                        </a:rPr>
                        <a:t>Lớp</a:t>
                      </a:r>
                    </a:p>
                  </a:txBody>
                  <a:tcPr marL="91440" marR="91440" marT="45720" marB="45720" anchor="ctr">
                    <a:lnL w="9525">
                      <a:solidFill>
                        <a:srgbClr val="284B60"/>
                      </a:solidFill>
                      <a:prstDash val="solid"/>
                    </a:lnL>
                    <a:lnR w="9525">
                      <a:solidFill>
                        <a:srgbClr val="284B60"/>
                      </a:solidFill>
                      <a:prstDash val="solid"/>
                    </a:lnR>
                    <a:lnT w="9525">
                      <a:solidFill>
                        <a:srgbClr val="284B60"/>
                      </a:solidFill>
                      <a:prstDash val="solid"/>
                    </a:lnT>
                    <a:lnB w="9525">
                      <a:solidFill>
                        <a:srgbClr val="284B60"/>
                      </a:solidFill>
                      <a:prstDash val="solid"/>
                    </a:lnB>
                    <a:solidFill>
                      <a:srgbClr val="123648"/>
                    </a:solidFill>
                  </a:tcPr>
                </a:tc>
                <a:tc>
                  <a:txBody>
                    <a:bodyPr lIns="142875" tIns="142875" rIns="142875" bIns="142875"/>
                    <a:lstStyle/>
                    <a:p>
                      <a:r>
                        <a:rPr sz="2250" b="1">
                          <a:solidFill>
                            <a:srgbClr val="00C7E5"/>
                          </a:solidFill>
                          <a:latin typeface="Arial"/>
                          <a:ea typeface="Arial"/>
                          <a:cs typeface="Arial"/>
                        </a:rPr>
                        <a:t>Phù hợp với</a:t>
                      </a:r>
                    </a:p>
                  </a:txBody>
                  <a:tcPr marL="91440" marR="91440" marT="45720" marB="45720" anchor="ctr">
                    <a:lnR w="9525">
                      <a:solidFill>
                        <a:srgbClr val="284B60"/>
                      </a:solidFill>
                      <a:prstDash val="solid"/>
                    </a:lnR>
                    <a:lnT w="9525">
                      <a:solidFill>
                        <a:srgbClr val="284B60"/>
                      </a:solidFill>
                      <a:prstDash val="solid"/>
                    </a:lnT>
                    <a:lnB w="9525">
                      <a:solidFill>
                        <a:srgbClr val="284B60"/>
                      </a:solidFill>
                      <a:prstDash val="solid"/>
                    </a:lnB>
                    <a:solidFill>
                      <a:srgbClr val="123648"/>
                    </a:solidFill>
                  </a:tcPr>
                </a:tc>
              </a:tr>
              <a:tr h="756285">
                <a:tc>
                  <a:txBody>
                    <a:bodyPr lIns="142875" tIns="142875" rIns="142875" bIns="142875"/>
                    <a:lstStyle/>
                    <a:p>
                      <a:r>
                        <a:rPr sz="2025" b="0">
                          <a:solidFill>
                            <a:srgbClr val="F4F8FC"/>
                          </a:solidFill>
                          <a:latin typeface="Arial"/>
                          <a:ea typeface="Arial"/>
                          <a:cs typeface="Arial"/>
                        </a:rPr>
                        <a:t>Standard</a:t>
                      </a:r>
                    </a:p>
                  </a:txBody>
                  <a:tcPr marL="91440" marR="91440" marT="45720" marB="45720" anchor="ctr">
                    <a:lnL w="9525">
                      <a:solidFill>
                        <a:srgbClr val="284B60"/>
                      </a:solidFill>
                      <a:prstDash val="solid"/>
                    </a:lnL>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Dữ liệu dùng thường xuyên</a:t>
                      </a:r>
                    </a:p>
                  </a:txBody>
                  <a:tcPr marL="91440" marR="91440" marT="45720" marB="45720" anchor="ctr">
                    <a:lnR w="9525">
                      <a:solidFill>
                        <a:srgbClr val="284B60"/>
                      </a:solidFill>
                      <a:prstDash val="solid"/>
                    </a:lnR>
                    <a:lnB w="9525">
                      <a:solidFill>
                        <a:srgbClr val="284B60"/>
                      </a:solidFill>
                      <a:prstDash val="solid"/>
                    </a:lnB>
                    <a:solidFill>
                      <a:srgbClr val="071A28"/>
                    </a:solidFill>
                  </a:tcPr>
                </a:tc>
              </a:tr>
              <a:tr h="756285">
                <a:tc>
                  <a:txBody>
                    <a:bodyPr lIns="142875" tIns="142875" rIns="142875" bIns="142875"/>
                    <a:lstStyle/>
                    <a:p>
                      <a:r>
                        <a:rPr sz="2025" b="0">
                          <a:solidFill>
                            <a:srgbClr val="F4F8FC"/>
                          </a:solidFill>
                          <a:latin typeface="Arial"/>
                          <a:ea typeface="Arial"/>
                          <a:cs typeface="Arial"/>
                        </a:rPr>
                        <a:t>Intelligent-Tiering</a:t>
                      </a:r>
                    </a:p>
                  </a:txBody>
                  <a:tcPr marL="91440" marR="91440" marT="45720" marB="45720" anchor="ctr">
                    <a:lnL w="9525">
                      <a:solidFill>
                        <a:srgbClr val="284B60"/>
                      </a:solidFill>
                      <a:prstDash val="solid"/>
                    </a:lnL>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Tần suất khó dự đoán</a:t>
                      </a:r>
                    </a:p>
                  </a:txBody>
                  <a:tcPr marL="91440" marR="91440" marT="45720" marB="45720" anchor="ctr">
                    <a:lnR w="9525">
                      <a:solidFill>
                        <a:srgbClr val="284B60"/>
                      </a:solidFill>
                      <a:prstDash val="solid"/>
                    </a:lnR>
                    <a:lnB w="9525">
                      <a:solidFill>
                        <a:srgbClr val="284B60"/>
                      </a:solidFill>
                      <a:prstDash val="solid"/>
                    </a:lnB>
                    <a:solidFill>
                      <a:srgbClr val="071A28"/>
                    </a:solidFill>
                  </a:tcPr>
                </a:tc>
              </a:tr>
              <a:tr h="756285">
                <a:tc>
                  <a:txBody>
                    <a:bodyPr lIns="142875" tIns="142875" rIns="142875" bIns="142875"/>
                    <a:lstStyle/>
                    <a:p>
                      <a:r>
                        <a:rPr sz="2025" b="0">
                          <a:solidFill>
                            <a:srgbClr val="F4F8FC"/>
                          </a:solidFill>
                          <a:latin typeface="Arial"/>
                          <a:ea typeface="Arial"/>
                          <a:cs typeface="Arial"/>
                        </a:rPr>
                        <a:t>Standard-IA / One Zone-IA</a:t>
                      </a:r>
                    </a:p>
                  </a:txBody>
                  <a:tcPr marL="91440" marR="91440" marT="45720" marB="45720" anchor="ctr">
                    <a:lnL w="9525">
                      <a:solidFill>
                        <a:srgbClr val="284B60"/>
                      </a:solidFill>
                      <a:prstDash val="solid"/>
                    </a:lnL>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Ít truy cập, cần đọc ngay</a:t>
                      </a:r>
                    </a:p>
                  </a:txBody>
                  <a:tcPr marL="91440" marR="91440" marT="45720" marB="45720" anchor="ctr">
                    <a:lnR w="9525">
                      <a:solidFill>
                        <a:srgbClr val="284B60"/>
                      </a:solidFill>
                      <a:prstDash val="solid"/>
                    </a:lnR>
                    <a:lnB w="9525">
                      <a:solidFill>
                        <a:srgbClr val="284B60"/>
                      </a:solidFill>
                      <a:prstDash val="solid"/>
                    </a:lnB>
                    <a:solidFill>
                      <a:srgbClr val="071A28"/>
                    </a:solidFill>
                  </a:tcPr>
                </a:tc>
              </a:tr>
              <a:tr h="756285">
                <a:tc>
                  <a:txBody>
                    <a:bodyPr lIns="142875" tIns="142875" rIns="142875" bIns="142875"/>
                    <a:lstStyle/>
                    <a:p>
                      <a:r>
                        <a:rPr sz="2025" b="0">
                          <a:solidFill>
                            <a:srgbClr val="F4F8FC"/>
                          </a:solidFill>
                          <a:latin typeface="Arial"/>
                          <a:ea typeface="Arial"/>
                          <a:cs typeface="Arial"/>
                        </a:rPr>
                        <a:t>Express One Zone</a:t>
                      </a:r>
                    </a:p>
                  </a:txBody>
                  <a:tcPr marL="91440" marR="91440" marT="45720" marB="45720" anchor="ctr">
                    <a:lnL w="9525">
                      <a:solidFill>
                        <a:srgbClr val="284B60"/>
                      </a:solidFill>
                      <a:prstDash val="solid"/>
                    </a:lnL>
                    <a:lnR w="9525">
                      <a:solidFill>
                        <a:srgbClr val="284B60"/>
                      </a:solidFill>
                      <a:prstDash val="solid"/>
                    </a:lnR>
                    <a:lnB w="9525">
                      <a:solidFill>
                        <a:srgbClr val="284B60"/>
                      </a:solidFill>
                      <a:prstDash val="solid"/>
                    </a:lnB>
                    <a:solidFill>
                      <a:srgbClr val="071A28"/>
                    </a:solidFill>
                  </a:tcPr>
                </a:tc>
                <a:tc>
                  <a:txBody>
                    <a:bodyPr lIns="142875" tIns="142875" rIns="142875" bIns="142875"/>
                    <a:lstStyle/>
                    <a:p>
                      <a:r>
                        <a:rPr sz="2025" b="0">
                          <a:solidFill>
                            <a:srgbClr val="F4F8FC"/>
                          </a:solidFill>
                          <a:latin typeface="Arial"/>
                          <a:ea typeface="Arial"/>
                          <a:cs typeface="Arial"/>
                        </a:rPr>
                        <a:t>Độ trễ thấp, directory bucket</a:t>
                      </a:r>
                    </a:p>
                  </a:txBody>
                  <a:tcPr marL="91440" marR="91440" marT="45720" marB="45720" anchor="ctr">
                    <a:lnR w="9525">
                      <a:solidFill>
                        <a:srgbClr val="284B60"/>
                      </a:solidFill>
                      <a:prstDash val="solid"/>
                    </a:lnR>
                    <a:lnB w="9525">
                      <a:solidFill>
                        <a:srgbClr val="284B60"/>
                      </a:solidFill>
                      <a:prstDash val="solid"/>
                    </a:lnB>
                    <a:solidFill>
                      <a:srgbClr val="071A28"/>
                    </a:solidFill>
                  </a:tcPr>
                </a:tc>
              </a:tr>
            </a:tbl>
          </a:graphicData>
        </a:graphic>
      </p:graphicFrame>
    </p:spTree>
    <p:extLst>
      <p:ext uri="{BB962C8B-B14F-4D97-AF65-F5344CB8AC3E}">
        <p14:creationId xmlns:p14="http://schemas.microsoft.com/office/powerpoint/2010/main" val="1103651527"/>
      </p:ext>
    </p:extLst>
  </p:cSld>
</p:sld>
</file>

<file path=ppt/slides/slide27.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B784568-6D74-46AC-8FA9-E0516B9A127C}"/>
              </a:ext>
            </a:extLst>
          </p:cNvPr>
          <p:cNvPicPr>
            <a:picLocks xmlns:a="http://schemas.openxmlformats.org/drawingml/2006/main" noChangeAspect="1"/>
          </p:cNvPicPr>
          <p:nvPr/>
        </p:nvPicPr>
        <p:blipFill>
          <a:blip xmlns:r="http://schemas.openxmlformats.org/officeDocument/2006/relationships" xmlns:a="http://schemas.openxmlformats.org/drawingml/2006/main" r:embed="R00a2f872822d4f9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FE0D6C-7936-46E7-8E35-9E8BD0BC36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065620EF-FD77-4E21-AB3B-B6556F299251}"/>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Glacier và thời gian truy xuất</a:t>
            </a:r>
          </a:p>
        </p:txBody>
      </p:sp>
      <p:sp>
        <p:nvSpPr>
          <p:cNvPr id="4" name="">
            <a:extLst xmlns:a="http://schemas.openxmlformats.org/drawingml/2006/main">
              <a:ext uri="{FF2B5EF4-FFF2-40B4-BE49-F238E27FC236}">
                <a16:creationId xmlns:a16="http://schemas.microsoft.com/office/drawing/2014/main" id="{D27227E6-A736-476A-8F97-A57FCC859222}"/>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08F06365-6B35-44B5-A43D-BCFEB4096597}"/>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27 / 45</a:t>
            </a:r>
          </a:p>
        </p:txBody>
      </p:sp>
      <p:sp>
        <p:nvSpPr>
          <p:cNvPr id="6" name="">
            <a:extLst xmlns:a="http://schemas.openxmlformats.org/drawingml/2006/main">
              <a:ext uri="{FF2B5EF4-FFF2-40B4-BE49-F238E27FC236}">
                <a16:creationId xmlns:a16="http://schemas.microsoft.com/office/drawing/2014/main" id="{65EFB8BB-7560-4511-841E-97070191791C}"/>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F4794C6-3FA7-41B5-B60C-C6EE025F3A9E}"/>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Instant Retrieval: truy cập ngay mức mili giây</a:t>
            </a:r>
          </a:p>
        </p:txBody>
      </p:sp>
      <p:sp>
        <p:nvSpPr>
          <p:cNvPr id="8" name="">
            <a:extLst xmlns:a="http://schemas.openxmlformats.org/drawingml/2006/main">
              <a:ext uri="{FF2B5EF4-FFF2-40B4-BE49-F238E27FC236}">
                <a16:creationId xmlns:a16="http://schemas.microsoft.com/office/drawing/2014/main" id="{1E747F67-416A-420E-9EE1-FE631E968F50}"/>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648701E-AAD3-4CA3-A43B-9761D8332003}"/>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Flexible Retrieval: tùy mức phục hồi, từ phút đến giờ</a:t>
            </a:r>
          </a:p>
        </p:txBody>
      </p:sp>
      <p:sp>
        <p:nvSpPr>
          <p:cNvPr id="10" name="">
            <a:extLst xmlns:a="http://schemas.openxmlformats.org/drawingml/2006/main">
              <a:ext uri="{FF2B5EF4-FFF2-40B4-BE49-F238E27FC236}">
                <a16:creationId xmlns:a16="http://schemas.microsoft.com/office/drawing/2014/main" id="{6CC839AB-4E14-45F9-8C33-AE1E5C8E7C95}"/>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D22ADFF-FC62-4B1E-9F26-A83C1504B389}"/>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Deep Archive: thường 12 giờ (Standard), 48 giờ (Bulk)</a:t>
            </a:r>
          </a:p>
        </p:txBody>
      </p:sp>
      <p:sp>
        <p:nvSpPr>
          <p:cNvPr id="12" name="">
            <a:extLst xmlns:a="http://schemas.openxmlformats.org/drawingml/2006/main">
              <a:ext uri="{FF2B5EF4-FFF2-40B4-BE49-F238E27FC236}">
                <a16:creationId xmlns:a16="http://schemas.microsoft.com/office/drawing/2014/main" id="{23C65B0A-33CE-4257-8321-A7CD5B6828F5}"/>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86AFF796-2AAA-4724-8035-A0BB1B81B242}"/>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Chọn theo thời gian có thể chờ và chi phí</a:t>
            </a:r>
          </a:p>
        </p:txBody>
      </p:sp>
    </p:spTree>
    <p:extLst>
      <p:ext uri="{BB962C8B-B14F-4D97-AF65-F5344CB8AC3E}">
        <p14:creationId xmlns:p14="http://schemas.microsoft.com/office/powerpoint/2010/main" val="77721331"/>
      </p:ext>
    </p:extLst>
  </p:cSld>
</p:sld>
</file>

<file path=ppt/slides/slide28.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796FCAF8-7B59-4BFE-8013-9631B48E70BA}"/>
              </a:ext>
            </a:extLst>
          </p:cNvPr>
          <p:cNvPicPr>
            <a:picLocks xmlns:a="http://schemas.openxmlformats.org/drawingml/2006/main" noChangeAspect="1"/>
          </p:cNvPicPr>
          <p:nvPr/>
        </p:nvPicPr>
        <p:blipFill>
          <a:blip xmlns:r="http://schemas.openxmlformats.org/officeDocument/2006/relationships" xmlns:a="http://schemas.openxmlformats.org/drawingml/2006/main" r:embed="R6c0c866480b54c1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9079883-0A2F-4F96-849A-AF0F86D501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3567C741-C59B-4A17-BF6F-EFA3DBD8B2CB}"/>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Lifecycle: Quản lý dữ liệu theo thời gian</a:t>
            </a:r>
          </a:p>
        </p:txBody>
      </p:sp>
      <p:sp>
        <p:nvSpPr>
          <p:cNvPr id="4" name="">
            <a:extLst xmlns:a="http://schemas.openxmlformats.org/drawingml/2006/main">
              <a:ext uri="{FF2B5EF4-FFF2-40B4-BE49-F238E27FC236}">
                <a16:creationId xmlns:a16="http://schemas.microsoft.com/office/drawing/2014/main" id="{97F1FA8E-0F40-4BD3-97B0-04ECF51C189C}"/>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BFF0877D-854C-409F-B3F3-4635518C27C2}"/>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28 / 45</a:t>
            </a:r>
          </a:p>
        </p:txBody>
      </p:sp>
      <p:sp>
        <p:nvSpPr>
          <p:cNvPr id="6" name="">
            <a:extLst xmlns:a="http://schemas.openxmlformats.org/drawingml/2006/main">
              <a:ext uri="{FF2B5EF4-FFF2-40B4-BE49-F238E27FC236}">
                <a16:creationId xmlns:a16="http://schemas.microsoft.com/office/drawing/2014/main" id="{7611DEAD-5D8C-4D9C-A588-949227DC44C4}"/>
              </a:ext>
            </a:extLst>
          </p:cNvPr>
          <p:cNvSpPr>
            <a:spLocks xmlns:a="http://schemas.openxmlformats.org/drawingml/2006/main" noGrp="1"/>
          </p:cNvSpPr>
          <p:nvPr/>
        </p:nvSpPr>
        <p:spPr>
          <a:xfrm xmlns:a="http://schemas.openxmlformats.org/drawingml/2006/main">
            <a:off x="762000" y="2324100"/>
            <a:ext cx="2202656" cy="104775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B4A23D8B-8FAE-4CE7-B7B1-BC122FFAF01E}"/>
              </a:ext>
            </a:extLst>
          </p:cNvPr>
          <p:cNvSpPr>
            <a:spLocks xmlns:a="http://schemas.openxmlformats.org/drawingml/2006/main" noGrp="1"/>
          </p:cNvSpPr>
          <p:nvPr/>
        </p:nvSpPr>
        <p:spPr>
          <a:xfrm xmlns:a="http://schemas.openxmlformats.org/drawingml/2006/main">
            <a:off x="895350" y="2514600"/>
            <a:ext cx="1935956"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Đang dùng</a:t>
            </a:r>
          </a:p>
        </p:txBody>
      </p:sp>
      <p:sp>
        <p:nvSpPr>
          <p:cNvPr id="8" name="">
            <a:extLst xmlns:a="http://schemas.openxmlformats.org/drawingml/2006/main">
              <a:ext uri="{FF2B5EF4-FFF2-40B4-BE49-F238E27FC236}">
                <a16:creationId xmlns:a16="http://schemas.microsoft.com/office/drawing/2014/main" id="{F887C6C5-9029-4635-B0D0-7688FC22B4D5}"/>
              </a:ext>
            </a:extLst>
          </p:cNvPr>
          <p:cNvSpPr>
            <a:spLocks xmlns:a="http://schemas.openxmlformats.org/drawingml/2006/main" noGrp="1"/>
          </p:cNvSpPr>
          <p:nvPr/>
        </p:nvSpPr>
        <p:spPr>
          <a:xfrm xmlns:a="http://schemas.openxmlformats.org/drawingml/2006/main">
            <a:off x="3583781" y="2324100"/>
            <a:ext cx="2202656" cy="104775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93BC46D9-5262-4024-A59D-10DDF759E666}"/>
              </a:ext>
            </a:extLst>
          </p:cNvPr>
          <p:cNvSpPr>
            <a:spLocks xmlns:a="http://schemas.openxmlformats.org/drawingml/2006/main" noGrp="1"/>
          </p:cNvSpPr>
          <p:nvPr/>
        </p:nvSpPr>
        <p:spPr>
          <a:xfrm xmlns:a="http://schemas.openxmlformats.org/drawingml/2006/main">
            <a:off x="3717131" y="2514600"/>
            <a:ext cx="1935956"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Ít truy cập</a:t>
            </a:r>
          </a:p>
        </p:txBody>
      </p:sp>
      <p:sp>
        <p:nvSpPr>
          <p:cNvPr id="10" name="">
            <a:extLst xmlns:a="http://schemas.openxmlformats.org/drawingml/2006/main">
              <a:ext uri="{FF2B5EF4-FFF2-40B4-BE49-F238E27FC236}">
                <a16:creationId xmlns:a16="http://schemas.microsoft.com/office/drawing/2014/main" id="{EA2EDD27-66D3-4466-B37C-92F1E19112B6}"/>
              </a:ext>
            </a:extLst>
          </p:cNvPr>
          <p:cNvSpPr>
            <a:spLocks xmlns:a="http://schemas.openxmlformats.org/drawingml/2006/main" noGrp="1"/>
          </p:cNvSpPr>
          <p:nvPr/>
        </p:nvSpPr>
        <p:spPr>
          <a:xfrm xmlns:a="http://schemas.openxmlformats.org/drawingml/2006/main">
            <a:off x="3040856" y="260985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0DE34562-38AE-4D69-8808-AB8AF6188E6F}"/>
              </a:ext>
            </a:extLst>
          </p:cNvPr>
          <p:cNvSpPr>
            <a:spLocks xmlns:a="http://schemas.openxmlformats.org/drawingml/2006/main" noGrp="1"/>
          </p:cNvSpPr>
          <p:nvPr/>
        </p:nvSpPr>
        <p:spPr>
          <a:xfrm xmlns:a="http://schemas.openxmlformats.org/drawingml/2006/main">
            <a:off x="6405563" y="2324100"/>
            <a:ext cx="2202656" cy="104775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12" name="">
            <a:extLst xmlns:a="http://schemas.openxmlformats.org/drawingml/2006/main">
              <a:ext uri="{FF2B5EF4-FFF2-40B4-BE49-F238E27FC236}">
                <a16:creationId xmlns:a16="http://schemas.microsoft.com/office/drawing/2014/main" id="{D8A6DFAC-1777-40A2-9A25-6E3D98D5B078}"/>
              </a:ext>
            </a:extLst>
          </p:cNvPr>
          <p:cNvSpPr>
            <a:spLocks xmlns:a="http://schemas.openxmlformats.org/drawingml/2006/main" noGrp="1"/>
          </p:cNvSpPr>
          <p:nvPr/>
        </p:nvSpPr>
        <p:spPr>
          <a:xfrm xmlns:a="http://schemas.openxmlformats.org/drawingml/2006/main">
            <a:off x="6538913" y="2514600"/>
            <a:ext cx="1935956"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Archive</a:t>
            </a:r>
          </a:p>
        </p:txBody>
      </p:sp>
      <p:sp>
        <p:nvSpPr>
          <p:cNvPr id="13" name="">
            <a:extLst xmlns:a="http://schemas.openxmlformats.org/drawingml/2006/main">
              <a:ext uri="{FF2B5EF4-FFF2-40B4-BE49-F238E27FC236}">
                <a16:creationId xmlns:a16="http://schemas.microsoft.com/office/drawing/2014/main" id="{B07CBA31-8D27-4706-8A4A-C6884CFB83EB}"/>
              </a:ext>
            </a:extLst>
          </p:cNvPr>
          <p:cNvSpPr>
            <a:spLocks xmlns:a="http://schemas.openxmlformats.org/drawingml/2006/main" noGrp="1"/>
          </p:cNvSpPr>
          <p:nvPr/>
        </p:nvSpPr>
        <p:spPr>
          <a:xfrm xmlns:a="http://schemas.openxmlformats.org/drawingml/2006/main">
            <a:off x="5862638" y="260985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CF7F193A-23CD-4388-BA7A-235E48C391EA}"/>
              </a:ext>
            </a:extLst>
          </p:cNvPr>
          <p:cNvSpPr>
            <a:spLocks xmlns:a="http://schemas.openxmlformats.org/drawingml/2006/main" noGrp="1"/>
          </p:cNvSpPr>
          <p:nvPr/>
        </p:nvSpPr>
        <p:spPr>
          <a:xfrm xmlns:a="http://schemas.openxmlformats.org/drawingml/2006/main">
            <a:off x="9227344" y="2324100"/>
            <a:ext cx="2202656" cy="104775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5" name="">
            <a:extLst xmlns:a="http://schemas.openxmlformats.org/drawingml/2006/main">
              <a:ext uri="{FF2B5EF4-FFF2-40B4-BE49-F238E27FC236}">
                <a16:creationId xmlns:a16="http://schemas.microsoft.com/office/drawing/2014/main" id="{3750F1D1-4595-4A26-81CD-130C487DEF97}"/>
              </a:ext>
            </a:extLst>
          </p:cNvPr>
          <p:cNvSpPr>
            <a:spLocks xmlns:a="http://schemas.openxmlformats.org/drawingml/2006/main" noGrp="1"/>
          </p:cNvSpPr>
          <p:nvPr/>
        </p:nvSpPr>
        <p:spPr>
          <a:xfrm xmlns:a="http://schemas.openxmlformats.org/drawingml/2006/main">
            <a:off x="9360694" y="2514600"/>
            <a:ext cx="1935956"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Hết hạn</a:t>
            </a:r>
          </a:p>
        </p:txBody>
      </p:sp>
      <p:sp>
        <p:nvSpPr>
          <p:cNvPr id="16" name="">
            <a:extLst xmlns:a="http://schemas.openxmlformats.org/drawingml/2006/main">
              <a:ext uri="{FF2B5EF4-FFF2-40B4-BE49-F238E27FC236}">
                <a16:creationId xmlns:a16="http://schemas.microsoft.com/office/drawing/2014/main" id="{94716A25-2AAB-4E7F-87AE-D8363E6910CB}"/>
              </a:ext>
            </a:extLst>
          </p:cNvPr>
          <p:cNvSpPr>
            <a:spLocks xmlns:a="http://schemas.openxmlformats.org/drawingml/2006/main" noGrp="1"/>
          </p:cNvSpPr>
          <p:nvPr/>
        </p:nvSpPr>
        <p:spPr>
          <a:xfrm xmlns:a="http://schemas.openxmlformats.org/drawingml/2006/main">
            <a:off x="8684419" y="2609850"/>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0FBF74AD-F430-476C-B729-BA1C0B6D7E34}"/>
              </a:ext>
            </a:extLst>
          </p:cNvPr>
          <p:cNvSpPr>
            <a:spLocks xmlns:a="http://schemas.openxmlformats.org/drawingml/2006/main" noGrp="1"/>
          </p:cNvSpPr>
          <p:nvPr/>
        </p:nvSpPr>
        <p:spPr>
          <a:xfrm xmlns:a="http://schemas.openxmlformats.org/drawingml/2006/main">
            <a:off x="781050" y="42195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18" name="">
            <a:extLst xmlns:a="http://schemas.openxmlformats.org/drawingml/2006/main">
              <a:ext uri="{FF2B5EF4-FFF2-40B4-BE49-F238E27FC236}">
                <a16:creationId xmlns:a16="http://schemas.microsoft.com/office/drawing/2014/main" id="{1868C75A-FE7B-4B7D-91A2-B406B2ACA668}"/>
              </a:ext>
            </a:extLst>
          </p:cNvPr>
          <p:cNvSpPr>
            <a:spLocks xmlns:a="http://schemas.openxmlformats.org/drawingml/2006/main" noGrp="1"/>
          </p:cNvSpPr>
          <p:nvPr/>
        </p:nvSpPr>
        <p:spPr>
          <a:xfrm xmlns:a="http://schemas.openxmlformats.org/drawingml/2006/main">
            <a:off x="1428750" y="4191000"/>
            <a:ext cx="99250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Có thể quản lý phiên bản cũ</a:t>
            </a:r>
          </a:p>
        </p:txBody>
      </p:sp>
      <p:sp>
        <p:nvSpPr>
          <p:cNvPr id="19" name="">
            <a:extLst xmlns:a="http://schemas.openxmlformats.org/drawingml/2006/main">
              <a:ext uri="{FF2B5EF4-FFF2-40B4-BE49-F238E27FC236}">
                <a16:creationId xmlns:a16="http://schemas.microsoft.com/office/drawing/2014/main" id="{1FCE4649-1157-42DD-BB00-C96AF572F9D1}"/>
              </a:ext>
            </a:extLst>
          </p:cNvPr>
          <p:cNvSpPr>
            <a:spLocks xmlns:a="http://schemas.openxmlformats.org/drawingml/2006/main" noGrp="1"/>
          </p:cNvSpPr>
          <p:nvPr/>
        </p:nvSpPr>
        <p:spPr>
          <a:xfrm xmlns:a="http://schemas.openxmlformats.org/drawingml/2006/main">
            <a:off x="781050" y="51149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20" name="">
            <a:extLst xmlns:a="http://schemas.openxmlformats.org/drawingml/2006/main">
              <a:ext uri="{FF2B5EF4-FFF2-40B4-BE49-F238E27FC236}">
                <a16:creationId xmlns:a16="http://schemas.microsoft.com/office/drawing/2014/main" id="{BF24877B-758A-4E6E-A2C2-C80CE5E4D338}"/>
              </a:ext>
            </a:extLst>
          </p:cNvPr>
          <p:cNvSpPr>
            <a:spLocks xmlns:a="http://schemas.openxmlformats.org/drawingml/2006/main" noGrp="1"/>
          </p:cNvSpPr>
          <p:nvPr/>
        </p:nvSpPr>
        <p:spPr>
          <a:xfrm xmlns:a="http://schemas.openxmlformats.org/drawingml/2006/main">
            <a:off x="1428750" y="5086350"/>
            <a:ext cx="99250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Mốc thời gian phải phù hợp dữ liệu và điều kiện lớp</a:t>
            </a:r>
          </a:p>
        </p:txBody>
      </p:sp>
    </p:spTree>
    <p:extLst>
      <p:ext uri="{BB962C8B-B14F-4D97-AF65-F5344CB8AC3E}">
        <p14:creationId xmlns:p14="http://schemas.microsoft.com/office/powerpoint/2010/main" val="1322391574"/>
      </p:ext>
    </p:extLst>
  </p:cSld>
</p:sld>
</file>

<file path=ppt/slides/slide29.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71CA4A8-15FF-49A4-BFB3-76FF9412C276}"/>
              </a:ext>
            </a:extLst>
          </p:cNvPr>
          <p:cNvPicPr>
            <a:picLocks xmlns:a="http://schemas.openxmlformats.org/drawingml/2006/main" noChangeAspect="1"/>
          </p:cNvPicPr>
          <p:nvPr/>
        </p:nvPicPr>
        <p:blipFill>
          <a:blip xmlns:r="http://schemas.openxmlformats.org/officeDocument/2006/relationships" xmlns:a="http://schemas.openxmlformats.org/drawingml/2006/main" r:embed="R23d614c9c8204b7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B3790C-E62F-41D7-B3C6-E0AEAD598D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68ADAAA7-7ADA-4700-ADFF-34E9944F56F1}"/>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Multipart upload và tệp lớn</a:t>
            </a:r>
          </a:p>
        </p:txBody>
      </p:sp>
      <p:sp>
        <p:nvSpPr>
          <p:cNvPr id="4" name="">
            <a:extLst xmlns:a="http://schemas.openxmlformats.org/drawingml/2006/main">
              <a:ext uri="{FF2B5EF4-FFF2-40B4-BE49-F238E27FC236}">
                <a16:creationId xmlns:a16="http://schemas.microsoft.com/office/drawing/2014/main" id="{2E65382D-993C-4735-8B79-EC08A57BFC30}"/>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F1D01CED-E33F-473B-B001-386E5C292B3F}"/>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29 / 45</a:t>
            </a:r>
          </a:p>
        </p:txBody>
      </p:sp>
      <p:sp>
        <p:nvSpPr>
          <p:cNvPr id="6" name="">
            <a:extLst xmlns:a="http://schemas.openxmlformats.org/drawingml/2006/main">
              <a:ext uri="{FF2B5EF4-FFF2-40B4-BE49-F238E27FC236}">
                <a16:creationId xmlns:a16="http://schemas.microsoft.com/office/drawing/2014/main" id="{65416E29-8820-4F5F-8489-48ADDD22AF4D}"/>
              </a:ext>
            </a:extLst>
          </p:cNvPr>
          <p:cNvSpPr>
            <a:spLocks xmlns:a="http://schemas.openxmlformats.org/drawingml/2006/main" noGrp="1"/>
          </p:cNvSpPr>
          <p:nvPr/>
        </p:nvSpPr>
        <p:spPr>
          <a:xfrm xmlns:a="http://schemas.openxmlformats.org/drawingml/2006/main">
            <a:off x="762000" y="2305050"/>
            <a:ext cx="3143250" cy="1000125"/>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9CB5DBAA-FEA3-49B5-B8B9-4B8A11E38C95}"/>
              </a:ext>
            </a:extLst>
          </p:cNvPr>
          <p:cNvSpPr>
            <a:spLocks xmlns:a="http://schemas.openxmlformats.org/drawingml/2006/main" noGrp="1"/>
          </p:cNvSpPr>
          <p:nvPr/>
        </p:nvSpPr>
        <p:spPr>
          <a:xfrm xmlns:a="http://schemas.openxmlformats.org/drawingml/2006/main">
            <a:off x="895350" y="2495550"/>
            <a:ext cx="2876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Khởi tạo</a:t>
            </a:r>
          </a:p>
        </p:txBody>
      </p:sp>
      <p:sp>
        <p:nvSpPr>
          <p:cNvPr id="8" name="">
            <a:extLst xmlns:a="http://schemas.openxmlformats.org/drawingml/2006/main">
              <a:ext uri="{FF2B5EF4-FFF2-40B4-BE49-F238E27FC236}">
                <a16:creationId xmlns:a16="http://schemas.microsoft.com/office/drawing/2014/main" id="{A3B5BBC1-E6C1-421A-B05A-08AEEF12011A}"/>
              </a:ext>
            </a:extLst>
          </p:cNvPr>
          <p:cNvSpPr>
            <a:spLocks xmlns:a="http://schemas.openxmlformats.org/drawingml/2006/main" noGrp="1"/>
          </p:cNvSpPr>
          <p:nvPr/>
        </p:nvSpPr>
        <p:spPr>
          <a:xfrm xmlns:a="http://schemas.openxmlformats.org/drawingml/2006/main">
            <a:off x="4524375" y="2305050"/>
            <a:ext cx="3143250" cy="1000125"/>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9B681DA3-CD00-4A26-ADEF-883D47161419}"/>
              </a:ext>
            </a:extLst>
          </p:cNvPr>
          <p:cNvSpPr>
            <a:spLocks xmlns:a="http://schemas.openxmlformats.org/drawingml/2006/main" noGrp="1"/>
          </p:cNvSpPr>
          <p:nvPr/>
        </p:nvSpPr>
        <p:spPr>
          <a:xfrm xmlns:a="http://schemas.openxmlformats.org/drawingml/2006/main">
            <a:off x="4657725" y="2495550"/>
            <a:ext cx="2876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Tải các phần</a:t>
            </a:r>
          </a:p>
        </p:txBody>
      </p:sp>
      <p:sp>
        <p:nvSpPr>
          <p:cNvPr id="10" name="">
            <a:extLst xmlns:a="http://schemas.openxmlformats.org/drawingml/2006/main">
              <a:ext uri="{FF2B5EF4-FFF2-40B4-BE49-F238E27FC236}">
                <a16:creationId xmlns:a16="http://schemas.microsoft.com/office/drawing/2014/main" id="{4AA77A09-AC4D-49C6-9F1A-75559B0C7C3C}"/>
              </a:ext>
            </a:extLst>
          </p:cNvPr>
          <p:cNvSpPr>
            <a:spLocks xmlns:a="http://schemas.openxmlformats.org/drawingml/2006/main" noGrp="1"/>
          </p:cNvSpPr>
          <p:nvPr/>
        </p:nvSpPr>
        <p:spPr>
          <a:xfrm xmlns:a="http://schemas.openxmlformats.org/drawingml/2006/main">
            <a:off x="3981450" y="2566988"/>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C76CC3C-5F75-4EF4-A3C9-2904ED92A790}"/>
              </a:ext>
            </a:extLst>
          </p:cNvPr>
          <p:cNvSpPr>
            <a:spLocks xmlns:a="http://schemas.openxmlformats.org/drawingml/2006/main" noGrp="1"/>
          </p:cNvSpPr>
          <p:nvPr/>
        </p:nvSpPr>
        <p:spPr>
          <a:xfrm xmlns:a="http://schemas.openxmlformats.org/drawingml/2006/main">
            <a:off x="8286750" y="2305050"/>
            <a:ext cx="3143250" cy="1000125"/>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2" name="">
            <a:extLst xmlns:a="http://schemas.openxmlformats.org/drawingml/2006/main">
              <a:ext uri="{FF2B5EF4-FFF2-40B4-BE49-F238E27FC236}">
                <a16:creationId xmlns:a16="http://schemas.microsoft.com/office/drawing/2014/main" id="{1D27765D-516D-47ED-A0EE-A4BFF5222A74}"/>
              </a:ext>
            </a:extLst>
          </p:cNvPr>
          <p:cNvSpPr>
            <a:spLocks xmlns:a="http://schemas.openxmlformats.org/drawingml/2006/main" noGrp="1"/>
          </p:cNvSpPr>
          <p:nvPr/>
        </p:nvSpPr>
        <p:spPr>
          <a:xfrm xmlns:a="http://schemas.openxmlformats.org/drawingml/2006/main">
            <a:off x="8420100" y="2495550"/>
            <a:ext cx="2876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Hoàn tất</a:t>
            </a:r>
          </a:p>
        </p:txBody>
      </p:sp>
      <p:sp>
        <p:nvSpPr>
          <p:cNvPr id="13" name="">
            <a:extLst xmlns:a="http://schemas.openxmlformats.org/drawingml/2006/main">
              <a:ext uri="{FF2B5EF4-FFF2-40B4-BE49-F238E27FC236}">
                <a16:creationId xmlns:a16="http://schemas.microsoft.com/office/drawing/2014/main" id="{F262B144-C653-40BF-A44C-D55E0EB8D811}"/>
              </a:ext>
            </a:extLst>
          </p:cNvPr>
          <p:cNvSpPr>
            <a:spLocks xmlns:a="http://schemas.openxmlformats.org/drawingml/2006/main" noGrp="1"/>
          </p:cNvSpPr>
          <p:nvPr/>
        </p:nvSpPr>
        <p:spPr>
          <a:xfrm xmlns:a="http://schemas.openxmlformats.org/drawingml/2006/main">
            <a:off x="7743825" y="2566988"/>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056E5004-3DC5-4F50-9F95-BB32E1DDDDB6}"/>
              </a:ext>
            </a:extLst>
          </p:cNvPr>
          <p:cNvSpPr>
            <a:spLocks xmlns:a="http://schemas.openxmlformats.org/drawingml/2006/main" noGrp="1"/>
          </p:cNvSpPr>
          <p:nvPr/>
        </p:nvSpPr>
        <p:spPr>
          <a:xfrm xmlns:a="http://schemas.openxmlformats.org/drawingml/2006/main">
            <a:off x="781050" y="3962400"/>
            <a:ext cx="4191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225" b="1">
                <a:solidFill>
                  <a:srgbClr val="00C7E5"/>
                </a:solidFill>
                <a:latin typeface="Arial"/>
                <a:ea typeface="Arial"/>
                <a:cs typeface="Arial"/>
              </a:defRPr>
            </a:defPPr>
            <a:lvl1pPr algn="l">
              <a:defRPr sz="6225" b="1">
                <a:solidFill>
                  <a:srgbClr val="00C7E5"/>
                </a:solidFill>
                <a:latin typeface="Arial"/>
                <a:ea typeface="Arial"/>
                <a:cs typeface="Arial"/>
              </a:defRPr>
            </a:lvl1pPr>
            <a:lvl2pPr algn="l">
              <a:defRPr sz="6225" b="1">
                <a:solidFill>
                  <a:srgbClr val="00C7E5"/>
                </a:solidFill>
                <a:latin typeface="Arial"/>
                <a:ea typeface="Arial"/>
                <a:cs typeface="Arial"/>
              </a:defRPr>
            </a:lvl2pPr>
            <a:lvl3pPr algn="l">
              <a:defRPr sz="6225" b="1">
                <a:solidFill>
                  <a:srgbClr val="00C7E5"/>
                </a:solidFill>
                <a:latin typeface="Arial"/>
                <a:ea typeface="Arial"/>
                <a:cs typeface="Arial"/>
              </a:defRPr>
            </a:lvl3pPr>
            <a:lvl4pPr algn="l">
              <a:defRPr sz="6225" b="1">
                <a:solidFill>
                  <a:srgbClr val="00C7E5"/>
                </a:solidFill>
                <a:latin typeface="Arial"/>
                <a:ea typeface="Arial"/>
                <a:cs typeface="Arial"/>
              </a:defRPr>
            </a:lvl4pPr>
            <a:lvl5pPr algn="l">
              <a:defRPr sz="6225" b="1">
                <a:solidFill>
                  <a:srgbClr val="00C7E5"/>
                </a:solidFill>
                <a:latin typeface="Arial"/>
                <a:ea typeface="Arial"/>
                <a:cs typeface="Arial"/>
              </a:defRPr>
            </a:lvl5pPr>
            <a:lvl6pPr algn="l">
              <a:defRPr sz="6225" b="1">
                <a:solidFill>
                  <a:srgbClr val="00C7E5"/>
                </a:solidFill>
                <a:latin typeface="Arial"/>
                <a:ea typeface="Arial"/>
                <a:cs typeface="Arial"/>
              </a:defRPr>
            </a:lvl6pPr>
            <a:lvl7pPr algn="l">
              <a:defRPr sz="6225" b="1">
                <a:solidFill>
                  <a:srgbClr val="00C7E5"/>
                </a:solidFill>
                <a:latin typeface="Arial"/>
                <a:ea typeface="Arial"/>
                <a:cs typeface="Arial"/>
              </a:defRPr>
            </a:lvl7pPr>
            <a:lvl8pPr algn="l">
              <a:defRPr sz="6225" b="1">
                <a:solidFill>
                  <a:srgbClr val="00C7E5"/>
                </a:solidFill>
                <a:latin typeface="Arial"/>
                <a:ea typeface="Arial"/>
                <a:cs typeface="Arial"/>
              </a:defRPr>
            </a:lvl8pPr>
            <a:lvl9pPr algn="l">
              <a:defRPr sz="6225" b="1">
                <a:solidFill>
                  <a:srgbClr val="00C7E5"/>
                </a:solidFill>
                <a:latin typeface="Arial"/>
                <a:ea typeface="Arial"/>
                <a:cs typeface="Arial"/>
              </a:defRPr>
            </a:lvl9pPr>
          </a:lstStyle>
          <a:p xmlns:a="http://schemas.openxmlformats.org/drawingml/2006/main">
            <a:pPr algn="l">
              <a:defRPr sz="6225" b="1">
                <a:solidFill>
                  <a:srgbClr val="00C7E5"/>
                </a:solidFill>
                <a:latin typeface="Arial"/>
                <a:ea typeface="Arial"/>
                <a:cs typeface="Arial"/>
              </a:defRPr>
            </a:pPr>
            <a:r>
              <a:rPr sz="6225" b="1">
                <a:solidFill>
                  <a:srgbClr val="00C7E5"/>
                </a:solidFill>
                <a:latin typeface="Arial"/>
                <a:ea typeface="Arial"/>
                <a:cs typeface="Arial"/>
              </a:rPr>
              <a:t>50 TB</a:t>
            </a:r>
          </a:p>
        </p:txBody>
      </p:sp>
      <p:sp>
        <p:nvSpPr>
          <p:cNvPr id="15" name="">
            <a:extLst xmlns:a="http://schemas.openxmlformats.org/drawingml/2006/main">
              <a:ext uri="{FF2B5EF4-FFF2-40B4-BE49-F238E27FC236}">
                <a16:creationId xmlns:a16="http://schemas.microsoft.com/office/drawing/2014/main" id="{FB783984-B91D-48AA-8282-8F115C5F976F}"/>
              </a:ext>
            </a:extLst>
          </p:cNvPr>
          <p:cNvSpPr>
            <a:spLocks xmlns:a="http://schemas.openxmlformats.org/drawingml/2006/main" noGrp="1"/>
          </p:cNvSpPr>
          <p:nvPr/>
        </p:nvSpPr>
        <p:spPr>
          <a:xfrm xmlns:a="http://schemas.openxmlformats.org/drawingml/2006/main">
            <a:off x="5715000" y="4019550"/>
            <a:ext cx="566737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F4F8FC"/>
                </a:solidFill>
                <a:latin typeface="Arial"/>
                <a:ea typeface="Arial"/>
                <a:cs typeface="Arial"/>
              </a:defRPr>
            </a:defPPr>
            <a:lvl1pPr algn="l">
              <a:defRPr sz="2700" b="0">
                <a:solidFill>
                  <a:srgbClr val="F4F8FC"/>
                </a:solidFill>
                <a:latin typeface="Arial"/>
                <a:ea typeface="Arial"/>
                <a:cs typeface="Arial"/>
              </a:defRPr>
            </a:lvl1pPr>
            <a:lvl2pPr algn="l">
              <a:defRPr sz="2700" b="0">
                <a:solidFill>
                  <a:srgbClr val="F4F8FC"/>
                </a:solidFill>
                <a:latin typeface="Arial"/>
                <a:ea typeface="Arial"/>
                <a:cs typeface="Arial"/>
              </a:defRPr>
            </a:lvl2pPr>
            <a:lvl3pPr algn="l">
              <a:defRPr sz="2700" b="0">
                <a:solidFill>
                  <a:srgbClr val="F4F8FC"/>
                </a:solidFill>
                <a:latin typeface="Arial"/>
                <a:ea typeface="Arial"/>
                <a:cs typeface="Arial"/>
              </a:defRPr>
            </a:lvl3pPr>
            <a:lvl4pPr algn="l">
              <a:defRPr sz="2700" b="0">
                <a:solidFill>
                  <a:srgbClr val="F4F8FC"/>
                </a:solidFill>
                <a:latin typeface="Arial"/>
                <a:ea typeface="Arial"/>
                <a:cs typeface="Arial"/>
              </a:defRPr>
            </a:lvl4pPr>
            <a:lvl5pPr algn="l">
              <a:defRPr sz="2700" b="0">
                <a:solidFill>
                  <a:srgbClr val="F4F8FC"/>
                </a:solidFill>
                <a:latin typeface="Arial"/>
                <a:ea typeface="Arial"/>
                <a:cs typeface="Arial"/>
              </a:defRPr>
            </a:lvl5pPr>
            <a:lvl6pPr algn="l">
              <a:defRPr sz="2700" b="0">
                <a:solidFill>
                  <a:srgbClr val="F4F8FC"/>
                </a:solidFill>
                <a:latin typeface="Arial"/>
                <a:ea typeface="Arial"/>
                <a:cs typeface="Arial"/>
              </a:defRPr>
            </a:lvl6pPr>
            <a:lvl7pPr algn="l">
              <a:defRPr sz="2700" b="0">
                <a:solidFill>
                  <a:srgbClr val="F4F8FC"/>
                </a:solidFill>
                <a:latin typeface="Arial"/>
                <a:ea typeface="Arial"/>
                <a:cs typeface="Arial"/>
              </a:defRPr>
            </a:lvl7pPr>
            <a:lvl8pPr algn="l">
              <a:defRPr sz="2700" b="0">
                <a:solidFill>
                  <a:srgbClr val="F4F8FC"/>
                </a:solidFill>
                <a:latin typeface="Arial"/>
                <a:ea typeface="Arial"/>
                <a:cs typeface="Arial"/>
              </a:defRPr>
            </a:lvl8pPr>
            <a:lvl9pPr algn="l">
              <a:defRPr sz="2700" b="0">
                <a:solidFill>
                  <a:srgbClr val="F4F8FC"/>
                </a:solidFill>
                <a:latin typeface="Arial"/>
                <a:ea typeface="Arial"/>
                <a:cs typeface="Arial"/>
              </a:defRPr>
            </a:lvl9pPr>
          </a:lstStyle>
          <a:p xmlns:a="http://schemas.openxmlformats.org/drawingml/2006/main">
            <a:pPr algn="l">
              <a:defRPr sz="2700" b="0">
                <a:solidFill>
                  <a:srgbClr val="F4F8FC"/>
                </a:solidFill>
                <a:latin typeface="Arial"/>
                <a:ea typeface="Arial"/>
                <a:cs typeface="Arial"/>
              </a:defRPr>
            </a:pPr>
            <a:r>
              <a:rPr sz="2700" b="0">
                <a:solidFill>
                  <a:srgbClr val="F4F8FC"/>
                </a:solidFill>
                <a:latin typeface="Arial"/>
                <a:ea typeface="Arial"/>
                <a:cs typeface="Arial"/>
              </a:rPr>
              <a:t>Giới hạn object hiện hành</a:t>
            </a:r>
          </a:p>
          <a:p xmlns:a="http://schemas.openxmlformats.org/drawingml/2006/main">
            <a:pPr algn="l">
              <a:defRPr sz="2700" b="0">
                <a:solidFill>
                  <a:srgbClr val="F4F8FC"/>
                </a:solidFill>
                <a:latin typeface="Arial"/>
                <a:ea typeface="Arial"/>
                <a:cs typeface="Arial"/>
              </a:defRPr>
            </a:pPr>
            <a:r>
              <a:rPr sz="2700" b="0">
                <a:solidFill>
                  <a:srgbClr val="F4F8FC"/>
                </a:solidFill>
                <a:latin typeface="Arial"/>
                <a:ea typeface="Arial"/>
                <a:cs typeface="Arial"/>
              </a:rPr>
              <a:t>Cân nhắc multipart từ 100 MB</a:t>
            </a:r>
          </a:p>
        </p:txBody>
      </p:sp>
      <p:sp>
        <p:nvSpPr>
          <p:cNvPr id="16" name="">
            <a:extLst xmlns:a="http://schemas.openxmlformats.org/drawingml/2006/main">
              <a:ext uri="{FF2B5EF4-FFF2-40B4-BE49-F238E27FC236}">
                <a16:creationId xmlns:a16="http://schemas.microsoft.com/office/drawing/2014/main" id="{E43E9149-A1E9-4D09-96E1-EDA81A74F955}"/>
              </a:ext>
            </a:extLst>
          </p:cNvPr>
          <p:cNvSpPr>
            <a:spLocks xmlns:a="http://schemas.openxmlformats.org/drawingml/2006/main" noGrp="1"/>
          </p:cNvSpPr>
          <p:nvPr/>
        </p:nvSpPr>
        <p:spPr>
          <a:xfrm xmlns:a="http://schemas.openxmlformats.org/drawingml/2006/main">
            <a:off x="781050" y="5610225"/>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A8BFCE"/>
                </a:solidFill>
                <a:latin typeface="Arial"/>
                <a:ea typeface="Arial"/>
                <a:cs typeface="Arial"/>
              </a:defRPr>
            </a:defPPr>
            <a:lvl1pPr algn="l">
              <a:defRPr sz="2325" b="0">
                <a:solidFill>
                  <a:srgbClr val="A8BFCE"/>
                </a:solidFill>
                <a:latin typeface="Arial"/>
                <a:ea typeface="Arial"/>
                <a:cs typeface="Arial"/>
              </a:defRPr>
            </a:lvl1pPr>
            <a:lvl2pPr algn="l">
              <a:defRPr sz="2325" b="0">
                <a:solidFill>
                  <a:srgbClr val="A8BFCE"/>
                </a:solidFill>
                <a:latin typeface="Arial"/>
                <a:ea typeface="Arial"/>
                <a:cs typeface="Arial"/>
              </a:defRPr>
            </a:lvl2pPr>
            <a:lvl3pPr algn="l">
              <a:defRPr sz="2325" b="0">
                <a:solidFill>
                  <a:srgbClr val="A8BFCE"/>
                </a:solidFill>
                <a:latin typeface="Arial"/>
                <a:ea typeface="Arial"/>
                <a:cs typeface="Arial"/>
              </a:defRPr>
            </a:lvl3pPr>
            <a:lvl4pPr algn="l">
              <a:defRPr sz="2325" b="0">
                <a:solidFill>
                  <a:srgbClr val="A8BFCE"/>
                </a:solidFill>
                <a:latin typeface="Arial"/>
                <a:ea typeface="Arial"/>
                <a:cs typeface="Arial"/>
              </a:defRPr>
            </a:lvl4pPr>
            <a:lvl5pPr algn="l">
              <a:defRPr sz="2325" b="0">
                <a:solidFill>
                  <a:srgbClr val="A8BFCE"/>
                </a:solidFill>
                <a:latin typeface="Arial"/>
                <a:ea typeface="Arial"/>
                <a:cs typeface="Arial"/>
              </a:defRPr>
            </a:lvl5pPr>
            <a:lvl6pPr algn="l">
              <a:defRPr sz="2325" b="0">
                <a:solidFill>
                  <a:srgbClr val="A8BFCE"/>
                </a:solidFill>
                <a:latin typeface="Arial"/>
                <a:ea typeface="Arial"/>
                <a:cs typeface="Arial"/>
              </a:defRPr>
            </a:lvl6pPr>
            <a:lvl7pPr algn="l">
              <a:defRPr sz="2325" b="0">
                <a:solidFill>
                  <a:srgbClr val="A8BFCE"/>
                </a:solidFill>
                <a:latin typeface="Arial"/>
                <a:ea typeface="Arial"/>
                <a:cs typeface="Arial"/>
              </a:defRPr>
            </a:lvl7pPr>
            <a:lvl8pPr algn="l">
              <a:defRPr sz="2325" b="0">
                <a:solidFill>
                  <a:srgbClr val="A8BFCE"/>
                </a:solidFill>
                <a:latin typeface="Arial"/>
                <a:ea typeface="Arial"/>
                <a:cs typeface="Arial"/>
              </a:defRPr>
            </a:lvl8pPr>
            <a:lvl9pPr algn="l">
              <a:defRPr sz="2325" b="0">
                <a:solidFill>
                  <a:srgbClr val="A8BFCE"/>
                </a:solidFill>
                <a:latin typeface="Arial"/>
                <a:ea typeface="Arial"/>
                <a:cs typeface="Arial"/>
              </a:defRPr>
            </a:lvl9pPr>
          </a:lstStyle>
          <a:p xmlns:a="http://schemas.openxmlformats.org/drawingml/2006/main">
            <a:pPr algn="l">
              <a:defRPr sz="2325" b="0">
                <a:solidFill>
                  <a:srgbClr val="A8BFCE"/>
                </a:solidFill>
                <a:latin typeface="Arial"/>
                <a:ea typeface="Arial"/>
                <a:cs typeface="Arial"/>
              </a:defRPr>
            </a:pPr>
            <a:r>
              <a:rPr sz="2325" b="0">
                <a:solidFill>
                  <a:srgbClr val="A8BFCE"/>
                </a:solidFill>
                <a:latin typeface="Arial"/>
                <a:ea typeface="Arial"/>
                <a:cs typeface="Arial"/>
              </a:rPr>
              <a:t>Tải song song, thử lại từng phần gặp lỗi</a:t>
            </a:r>
          </a:p>
        </p:txBody>
      </p:sp>
    </p:spTree>
    <p:extLst>
      <p:ext uri="{BB962C8B-B14F-4D97-AF65-F5344CB8AC3E}">
        <p14:creationId xmlns:p14="http://schemas.microsoft.com/office/powerpoint/2010/main" val="180965761"/>
      </p:ext>
    </p:extLst>
  </p:cSld>
</p:sld>
</file>

<file path=ppt/slides/slide30.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CA3C1F0-922A-483A-A56D-D8F6FADB16DA}"/>
              </a:ext>
            </a:extLst>
          </p:cNvPr>
          <p:cNvPicPr>
            <a:picLocks xmlns:a="http://schemas.openxmlformats.org/drawingml/2006/main" noChangeAspect="1"/>
          </p:cNvPicPr>
          <p:nvPr/>
        </p:nvPicPr>
        <p:blipFill>
          <a:blip xmlns:r="http://schemas.openxmlformats.org/officeDocument/2006/relationships" xmlns:a="http://schemas.openxmlformats.org/drawingml/2006/main" r:embed="Rf3c9b581bcf645b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C2FEC1-797C-4E25-8687-A6A7F7E2E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1DE7F8DA-D6D7-42DC-909D-B4CFF8A57A2C}"/>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Hiệu năng và prefix</a:t>
            </a:r>
          </a:p>
        </p:txBody>
      </p:sp>
      <p:sp>
        <p:nvSpPr>
          <p:cNvPr id="4" name="">
            <a:extLst xmlns:a="http://schemas.openxmlformats.org/drawingml/2006/main">
              <a:ext uri="{FF2B5EF4-FFF2-40B4-BE49-F238E27FC236}">
                <a16:creationId xmlns:a16="http://schemas.microsoft.com/office/drawing/2014/main" id="{49C81094-E0B8-4F97-9063-68840DF142DA}"/>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58176023-A7EE-4582-ABB1-A06D27397D9B}"/>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30 / 45</a:t>
            </a:r>
          </a:p>
        </p:txBody>
      </p:sp>
      <p:sp>
        <p:nvSpPr>
          <p:cNvPr id="6" name="">
            <a:extLst xmlns:a="http://schemas.openxmlformats.org/drawingml/2006/main">
              <a:ext uri="{FF2B5EF4-FFF2-40B4-BE49-F238E27FC236}">
                <a16:creationId xmlns:a16="http://schemas.microsoft.com/office/drawing/2014/main" id="{7850C2B6-DF06-4743-ADDC-C54BA6533491}"/>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C720D57-1984-41AD-87D1-89EDDEBB11E2}"/>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Ít nhất 3.500 yêu cầu ghi mỗi giây cho mỗi prefix phân vùng</a:t>
            </a:r>
          </a:p>
        </p:txBody>
      </p:sp>
      <p:sp>
        <p:nvSpPr>
          <p:cNvPr id="8" name="">
            <a:extLst xmlns:a="http://schemas.openxmlformats.org/drawingml/2006/main">
              <a:ext uri="{FF2B5EF4-FFF2-40B4-BE49-F238E27FC236}">
                <a16:creationId xmlns:a16="http://schemas.microsoft.com/office/drawing/2014/main" id="{26C56679-5193-4BD2-A9D1-D5BAF5372893}"/>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EFF26BB-76A6-4C95-A87A-D00D2E38C66E}"/>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Ít nhất 5.500 GET/HEAD mỗi giây cho mỗi prefix phân vùng</a:t>
            </a:r>
          </a:p>
        </p:txBody>
      </p:sp>
      <p:sp>
        <p:nvSpPr>
          <p:cNvPr id="10" name="">
            <a:extLst xmlns:a="http://schemas.openxmlformats.org/drawingml/2006/main">
              <a:ext uri="{FF2B5EF4-FFF2-40B4-BE49-F238E27FC236}">
                <a16:creationId xmlns:a16="http://schemas.microsoft.com/office/drawing/2014/main" id="{AA8D9EBB-4240-4A52-BB91-6A4E4ECC1F91}"/>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CE42D3A-EAB0-4519-B898-807D25445042}"/>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Có thể tăng thông lượng bằng song song hóa</a:t>
            </a:r>
          </a:p>
        </p:txBody>
      </p:sp>
      <p:sp>
        <p:nvSpPr>
          <p:cNvPr id="12" name="">
            <a:extLst xmlns:a="http://schemas.openxmlformats.org/drawingml/2006/main">
              <a:ext uri="{FF2B5EF4-FFF2-40B4-BE49-F238E27FC236}">
                <a16:creationId xmlns:a16="http://schemas.microsoft.com/office/drawing/2014/main" id="{6A69EDCE-F28E-4DFB-B1AB-AF4AF56FE8C4}"/>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99D08717-D137-4CE9-902E-5EF234C2FAB7}"/>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Mở rộng diễn ra dần, còn phụ thuộc workload</a:t>
            </a:r>
          </a:p>
        </p:txBody>
      </p:sp>
    </p:spTree>
    <p:extLst>
      <p:ext uri="{BB962C8B-B14F-4D97-AF65-F5344CB8AC3E}">
        <p14:creationId xmlns:p14="http://schemas.microsoft.com/office/powerpoint/2010/main" val="1531622205"/>
      </p:ext>
    </p:extLst>
  </p:cSld>
</p:sld>
</file>

<file path=ppt/slides/slide31.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9B45817A-51C1-49AF-B3C9-1B2CFAEC96D1}"/>
              </a:ext>
            </a:extLst>
          </p:cNvPr>
          <p:cNvPicPr>
            <a:picLocks xmlns:a="http://schemas.openxmlformats.org/drawingml/2006/main" noChangeAspect="1"/>
          </p:cNvPicPr>
          <p:nvPr/>
        </p:nvPicPr>
        <p:blipFill>
          <a:blip xmlns:r="http://schemas.openxmlformats.org/officeDocument/2006/relationships" xmlns:a="http://schemas.openxmlformats.org/drawingml/2006/main" r:embed="R4cba557a2c1e477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9B7E073-DC0E-4731-B651-9D22BB0CD4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8EA08CEF-C2B5-4C22-94AE-1CD9DF3F06A3}"/>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Sự kiện từ S3</a:t>
            </a:r>
          </a:p>
        </p:txBody>
      </p:sp>
      <p:sp>
        <p:nvSpPr>
          <p:cNvPr id="4" name="">
            <a:extLst xmlns:a="http://schemas.openxmlformats.org/drawingml/2006/main">
              <a:ext uri="{FF2B5EF4-FFF2-40B4-BE49-F238E27FC236}">
                <a16:creationId xmlns:a16="http://schemas.microsoft.com/office/drawing/2014/main" id="{0411FD21-BB13-460F-BE97-14EFBC05E17D}"/>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41C8E5D4-B19D-4460-9C2F-C5E55310F014}"/>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31 / 45</a:t>
            </a:r>
          </a:p>
        </p:txBody>
      </p:sp>
      <p:sp>
        <p:nvSpPr>
          <p:cNvPr id="6" name="">
            <a:extLst xmlns:a="http://schemas.openxmlformats.org/drawingml/2006/main">
              <a:ext uri="{FF2B5EF4-FFF2-40B4-BE49-F238E27FC236}">
                <a16:creationId xmlns:a16="http://schemas.microsoft.com/office/drawing/2014/main" id="{3B4D4DED-5388-4F61-A3B7-D9AF22DEC603}"/>
              </a:ext>
            </a:extLst>
          </p:cNvPr>
          <p:cNvSpPr>
            <a:spLocks xmlns:a="http://schemas.openxmlformats.org/drawingml/2006/main" noGrp="1"/>
          </p:cNvSpPr>
          <p:nvPr/>
        </p:nvSpPr>
        <p:spPr>
          <a:xfrm xmlns:a="http://schemas.openxmlformats.org/drawingml/2006/main">
            <a:off x="762000" y="2343150"/>
            <a:ext cx="3143250" cy="1000125"/>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FA417669-E5EF-4B6A-B490-2E32D87847BF}"/>
              </a:ext>
            </a:extLst>
          </p:cNvPr>
          <p:cNvSpPr>
            <a:spLocks xmlns:a="http://schemas.openxmlformats.org/drawingml/2006/main" noGrp="1"/>
          </p:cNvSpPr>
          <p:nvPr/>
        </p:nvSpPr>
        <p:spPr>
          <a:xfrm xmlns:a="http://schemas.openxmlformats.org/drawingml/2006/main">
            <a:off x="895350" y="2533650"/>
            <a:ext cx="2876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Upload object</a:t>
            </a:r>
          </a:p>
        </p:txBody>
      </p:sp>
      <p:sp>
        <p:nvSpPr>
          <p:cNvPr id="8" name="">
            <a:extLst xmlns:a="http://schemas.openxmlformats.org/drawingml/2006/main">
              <a:ext uri="{FF2B5EF4-FFF2-40B4-BE49-F238E27FC236}">
                <a16:creationId xmlns:a16="http://schemas.microsoft.com/office/drawing/2014/main" id="{BE1C2DAA-B60B-4167-ADF4-7BA106259BDE}"/>
              </a:ext>
            </a:extLst>
          </p:cNvPr>
          <p:cNvSpPr>
            <a:spLocks xmlns:a="http://schemas.openxmlformats.org/drawingml/2006/main" noGrp="1"/>
          </p:cNvSpPr>
          <p:nvPr/>
        </p:nvSpPr>
        <p:spPr>
          <a:xfrm xmlns:a="http://schemas.openxmlformats.org/drawingml/2006/main">
            <a:off x="4524375" y="2343150"/>
            <a:ext cx="3143250" cy="1000125"/>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547A1BFD-16AE-418B-9DBA-5A3DDF747670}"/>
              </a:ext>
            </a:extLst>
          </p:cNvPr>
          <p:cNvSpPr>
            <a:spLocks xmlns:a="http://schemas.openxmlformats.org/drawingml/2006/main" noGrp="1"/>
          </p:cNvSpPr>
          <p:nvPr/>
        </p:nvSpPr>
        <p:spPr>
          <a:xfrm xmlns:a="http://schemas.openxmlformats.org/drawingml/2006/main">
            <a:off x="4657725" y="2533650"/>
            <a:ext cx="2876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Sự kiện S3</a:t>
            </a:r>
          </a:p>
        </p:txBody>
      </p:sp>
      <p:sp>
        <p:nvSpPr>
          <p:cNvPr id="10" name="">
            <a:extLst xmlns:a="http://schemas.openxmlformats.org/drawingml/2006/main">
              <a:ext uri="{FF2B5EF4-FFF2-40B4-BE49-F238E27FC236}">
                <a16:creationId xmlns:a16="http://schemas.microsoft.com/office/drawing/2014/main" id="{10B809FD-0598-401F-A7AD-04C30D50576D}"/>
              </a:ext>
            </a:extLst>
          </p:cNvPr>
          <p:cNvSpPr>
            <a:spLocks xmlns:a="http://schemas.openxmlformats.org/drawingml/2006/main" noGrp="1"/>
          </p:cNvSpPr>
          <p:nvPr/>
        </p:nvSpPr>
        <p:spPr>
          <a:xfrm xmlns:a="http://schemas.openxmlformats.org/drawingml/2006/main">
            <a:off x="3981450" y="2605088"/>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C8621977-6DC8-452B-A3AE-18E94B8D4221}"/>
              </a:ext>
            </a:extLst>
          </p:cNvPr>
          <p:cNvSpPr>
            <a:spLocks xmlns:a="http://schemas.openxmlformats.org/drawingml/2006/main" noGrp="1"/>
          </p:cNvSpPr>
          <p:nvPr/>
        </p:nvSpPr>
        <p:spPr>
          <a:xfrm xmlns:a="http://schemas.openxmlformats.org/drawingml/2006/main">
            <a:off x="8286750" y="2343150"/>
            <a:ext cx="3143250" cy="1000125"/>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2" name="">
            <a:extLst xmlns:a="http://schemas.openxmlformats.org/drawingml/2006/main">
              <a:ext uri="{FF2B5EF4-FFF2-40B4-BE49-F238E27FC236}">
                <a16:creationId xmlns:a16="http://schemas.microsoft.com/office/drawing/2014/main" id="{ED988F4D-0FD1-45FA-8433-A0EDC953F8A8}"/>
              </a:ext>
            </a:extLst>
          </p:cNvPr>
          <p:cNvSpPr>
            <a:spLocks xmlns:a="http://schemas.openxmlformats.org/drawingml/2006/main" noGrp="1"/>
          </p:cNvSpPr>
          <p:nvPr/>
        </p:nvSpPr>
        <p:spPr>
          <a:xfrm xmlns:a="http://schemas.openxmlformats.org/drawingml/2006/main">
            <a:off x="8420100" y="2533650"/>
            <a:ext cx="28765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Lambda / SQS</a:t>
            </a:r>
          </a:p>
        </p:txBody>
      </p:sp>
      <p:sp>
        <p:nvSpPr>
          <p:cNvPr id="13" name="">
            <a:extLst xmlns:a="http://schemas.openxmlformats.org/drawingml/2006/main">
              <a:ext uri="{FF2B5EF4-FFF2-40B4-BE49-F238E27FC236}">
                <a16:creationId xmlns:a16="http://schemas.microsoft.com/office/drawing/2014/main" id="{9AA6FDFD-02E2-4AB7-B132-A2E32E43B05E}"/>
              </a:ext>
            </a:extLst>
          </p:cNvPr>
          <p:cNvSpPr>
            <a:spLocks xmlns:a="http://schemas.openxmlformats.org/drawingml/2006/main" noGrp="1"/>
          </p:cNvSpPr>
          <p:nvPr/>
        </p:nvSpPr>
        <p:spPr>
          <a:xfrm xmlns:a="http://schemas.openxmlformats.org/drawingml/2006/main">
            <a:off x="7743825" y="2605088"/>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3EB895D5-9CDB-4EB7-A60C-C4E2AD83E5D5}"/>
              </a:ext>
            </a:extLst>
          </p:cNvPr>
          <p:cNvSpPr>
            <a:spLocks xmlns:a="http://schemas.openxmlformats.org/drawingml/2006/main" noGrp="1"/>
          </p:cNvSpPr>
          <p:nvPr/>
        </p:nvSpPr>
        <p:spPr>
          <a:xfrm xmlns:a="http://schemas.openxmlformats.org/drawingml/2006/main">
            <a:off x="781050" y="4191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15" name="">
            <a:extLst xmlns:a="http://schemas.openxmlformats.org/drawingml/2006/main">
              <a:ext uri="{FF2B5EF4-FFF2-40B4-BE49-F238E27FC236}">
                <a16:creationId xmlns:a16="http://schemas.microsoft.com/office/drawing/2014/main" id="{D45C3505-9ADA-4CB6-AE70-C6B9663A8CCF}"/>
              </a:ext>
            </a:extLst>
          </p:cNvPr>
          <p:cNvSpPr>
            <a:spLocks xmlns:a="http://schemas.openxmlformats.org/drawingml/2006/main" noGrp="1"/>
          </p:cNvSpPr>
          <p:nvPr/>
        </p:nvSpPr>
        <p:spPr>
          <a:xfrm xmlns:a="http://schemas.openxmlformats.org/drawingml/2006/main">
            <a:off x="1428750" y="4162425"/>
            <a:ext cx="9925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Ví dụ: xử lý ảnh sau khi upload</a:t>
            </a:r>
          </a:p>
        </p:txBody>
      </p:sp>
      <p:sp>
        <p:nvSpPr>
          <p:cNvPr id="16" name="">
            <a:extLst xmlns:a="http://schemas.openxmlformats.org/drawingml/2006/main">
              <a:ext uri="{FF2B5EF4-FFF2-40B4-BE49-F238E27FC236}">
                <a16:creationId xmlns:a16="http://schemas.microsoft.com/office/drawing/2014/main" id="{F3B40CAA-FA02-41E6-B68C-BD37E1D8DDD4}"/>
              </a:ext>
            </a:extLst>
          </p:cNvPr>
          <p:cNvSpPr>
            <a:spLocks xmlns:a="http://schemas.openxmlformats.org/drawingml/2006/main" noGrp="1"/>
          </p:cNvSpPr>
          <p:nvPr/>
        </p:nvSpPr>
        <p:spPr>
          <a:xfrm xmlns:a="http://schemas.openxmlformats.org/drawingml/2006/main">
            <a:off x="781050" y="5057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DD655F01-B527-4045-8FFC-4E8C470D1D39}"/>
              </a:ext>
            </a:extLst>
          </p:cNvPr>
          <p:cNvSpPr>
            <a:spLocks xmlns:a="http://schemas.openxmlformats.org/drawingml/2006/main" noGrp="1"/>
          </p:cNvSpPr>
          <p:nvPr/>
        </p:nvSpPr>
        <p:spPr>
          <a:xfrm xmlns:a="http://schemas.openxmlformats.org/drawingml/2006/main">
            <a:off x="1428750" y="5029200"/>
            <a:ext cx="99250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4F8FC"/>
                </a:solidFill>
                <a:latin typeface="Arial"/>
                <a:ea typeface="Arial"/>
                <a:cs typeface="Arial"/>
              </a:defRPr>
            </a:defPPr>
            <a:lvl1pPr algn="l">
              <a:defRPr sz="2400" b="0">
                <a:solidFill>
                  <a:srgbClr val="F4F8FC"/>
                </a:solidFill>
                <a:latin typeface="Arial"/>
                <a:ea typeface="Arial"/>
                <a:cs typeface="Arial"/>
              </a:defRPr>
            </a:lvl1pPr>
            <a:lvl2pPr algn="l">
              <a:defRPr sz="2400" b="0">
                <a:solidFill>
                  <a:srgbClr val="F4F8FC"/>
                </a:solidFill>
                <a:latin typeface="Arial"/>
                <a:ea typeface="Arial"/>
                <a:cs typeface="Arial"/>
              </a:defRPr>
            </a:lvl2pPr>
            <a:lvl3pPr algn="l">
              <a:defRPr sz="2400" b="0">
                <a:solidFill>
                  <a:srgbClr val="F4F8FC"/>
                </a:solidFill>
                <a:latin typeface="Arial"/>
                <a:ea typeface="Arial"/>
                <a:cs typeface="Arial"/>
              </a:defRPr>
            </a:lvl3pPr>
            <a:lvl4pPr algn="l">
              <a:defRPr sz="2400" b="0">
                <a:solidFill>
                  <a:srgbClr val="F4F8FC"/>
                </a:solidFill>
                <a:latin typeface="Arial"/>
                <a:ea typeface="Arial"/>
                <a:cs typeface="Arial"/>
              </a:defRPr>
            </a:lvl4pPr>
            <a:lvl5pPr algn="l">
              <a:defRPr sz="2400" b="0">
                <a:solidFill>
                  <a:srgbClr val="F4F8FC"/>
                </a:solidFill>
                <a:latin typeface="Arial"/>
                <a:ea typeface="Arial"/>
                <a:cs typeface="Arial"/>
              </a:defRPr>
            </a:lvl5pPr>
            <a:lvl6pPr algn="l">
              <a:defRPr sz="2400" b="0">
                <a:solidFill>
                  <a:srgbClr val="F4F8FC"/>
                </a:solidFill>
                <a:latin typeface="Arial"/>
                <a:ea typeface="Arial"/>
                <a:cs typeface="Arial"/>
              </a:defRPr>
            </a:lvl6pPr>
            <a:lvl7pPr algn="l">
              <a:defRPr sz="2400" b="0">
                <a:solidFill>
                  <a:srgbClr val="F4F8FC"/>
                </a:solidFill>
                <a:latin typeface="Arial"/>
                <a:ea typeface="Arial"/>
                <a:cs typeface="Arial"/>
              </a:defRPr>
            </a:lvl7pPr>
            <a:lvl8pPr algn="l">
              <a:defRPr sz="2400" b="0">
                <a:solidFill>
                  <a:srgbClr val="F4F8FC"/>
                </a:solidFill>
                <a:latin typeface="Arial"/>
                <a:ea typeface="Arial"/>
                <a:cs typeface="Arial"/>
              </a:defRPr>
            </a:lvl8pPr>
            <a:lvl9pPr algn="l">
              <a:defRPr sz="2400" b="0">
                <a:solidFill>
                  <a:srgbClr val="F4F8FC"/>
                </a:solidFill>
                <a:latin typeface="Arial"/>
                <a:ea typeface="Arial"/>
                <a:cs typeface="Arial"/>
              </a:defRPr>
            </a:lvl9pPr>
          </a:lstStyle>
          <a:p xmlns:a="http://schemas.openxmlformats.org/drawingml/2006/main">
            <a:pPr algn="l">
              <a:defRPr sz="2400" b="0">
                <a:solidFill>
                  <a:srgbClr val="F4F8FC"/>
                </a:solidFill>
                <a:latin typeface="Arial"/>
                <a:ea typeface="Arial"/>
                <a:cs typeface="Arial"/>
              </a:defRPr>
            </a:pPr>
            <a:r>
              <a:rPr sz="2400" b="0">
                <a:solidFill>
                  <a:srgbClr val="F4F8FC"/>
                </a:solidFill>
                <a:latin typeface="Arial"/>
                <a:ea typeface="Arial"/>
                <a:cs typeface="Arial"/>
              </a:rPr>
              <a:t>Thông báo có thể lặp, cần xử lý phù hợp</a:t>
            </a:r>
          </a:p>
        </p:txBody>
      </p:sp>
    </p:spTree>
    <p:extLst>
      <p:ext uri="{BB962C8B-B14F-4D97-AF65-F5344CB8AC3E}">
        <p14:creationId xmlns:p14="http://schemas.microsoft.com/office/powerpoint/2010/main" val="1046666463"/>
      </p:ext>
    </p:extLst>
  </p:cSld>
</p:sld>
</file>

<file path=ppt/slides/slide32.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4F1FE79-4D81-4864-A2D0-FCAC7850DA3E}"/>
              </a:ext>
            </a:extLst>
          </p:cNvPr>
          <p:cNvPicPr>
            <a:picLocks xmlns:a="http://schemas.openxmlformats.org/drawingml/2006/main" noChangeAspect="1"/>
          </p:cNvPicPr>
          <p:nvPr/>
        </p:nvPicPr>
        <p:blipFill>
          <a:blip xmlns:r="http://schemas.openxmlformats.org/officeDocument/2006/relationships" xmlns:a="http://schemas.openxmlformats.org/drawingml/2006/main" r:embed="Rbddaefcf96aa449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D81BDC-4CE5-4A61-8D6F-BACBA14C32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DFC19C1B-B139-4225-B1E7-D45529156671}"/>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Phân tích dữ liệu với Athena</a:t>
            </a:r>
          </a:p>
        </p:txBody>
      </p:sp>
      <p:sp>
        <p:nvSpPr>
          <p:cNvPr id="4" name="">
            <a:extLst xmlns:a="http://schemas.openxmlformats.org/drawingml/2006/main">
              <a:ext uri="{FF2B5EF4-FFF2-40B4-BE49-F238E27FC236}">
                <a16:creationId xmlns:a16="http://schemas.microsoft.com/office/drawing/2014/main" id="{2B30AE03-1EF7-4DFC-A55B-06A9D1D933A1}"/>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E19DE424-6BD5-4BBE-9798-E75B134943F9}"/>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32 / 45</a:t>
            </a:r>
          </a:p>
        </p:txBody>
      </p:sp>
      <p:sp>
        <p:nvSpPr>
          <p:cNvPr id="6" name="">
            <a:extLst xmlns:a="http://schemas.openxmlformats.org/drawingml/2006/main">
              <a:ext uri="{FF2B5EF4-FFF2-40B4-BE49-F238E27FC236}">
                <a16:creationId xmlns:a16="http://schemas.microsoft.com/office/drawing/2014/main" id="{F3064599-12D8-4B39-B179-BAD8F6BC7D02}"/>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EE09CF5C-412D-4CC3-A7BF-B135A1E05B88}"/>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Dữ liệu nằm trong S3</a:t>
            </a:r>
          </a:p>
        </p:txBody>
      </p:sp>
      <p:sp>
        <p:nvSpPr>
          <p:cNvPr id="8" name="">
            <a:extLst xmlns:a="http://schemas.openxmlformats.org/drawingml/2006/main">
              <a:ext uri="{FF2B5EF4-FFF2-40B4-BE49-F238E27FC236}">
                <a16:creationId xmlns:a16="http://schemas.microsoft.com/office/drawing/2014/main" id="{F3B1184A-084B-44BB-A721-CE46C6C9E5D8}"/>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BBF8AF0-ED63-4868-AA5B-6B82BAEFA594}"/>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Athena thực hiện truy vấn SQL trên dữ liệu phù hợp</a:t>
            </a:r>
          </a:p>
        </p:txBody>
      </p:sp>
      <p:sp>
        <p:nvSpPr>
          <p:cNvPr id="10" name="">
            <a:extLst xmlns:a="http://schemas.openxmlformats.org/drawingml/2006/main">
              <a:ext uri="{FF2B5EF4-FFF2-40B4-BE49-F238E27FC236}">
                <a16:creationId xmlns:a16="http://schemas.microsoft.com/office/drawing/2014/main" id="{0C69BB0E-3492-47E0-A7B1-C7BCD4603302}"/>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A3197F8-C6B0-4277-B267-3F8921155CE6}"/>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Không cần tự dựng cụm cơ sở dữ liệu cho ví dụ này</a:t>
            </a:r>
          </a:p>
        </p:txBody>
      </p:sp>
      <p:sp>
        <p:nvSpPr>
          <p:cNvPr id="12" name="">
            <a:extLst xmlns:a="http://schemas.openxmlformats.org/drawingml/2006/main">
              <a:ext uri="{FF2B5EF4-FFF2-40B4-BE49-F238E27FC236}">
                <a16:creationId xmlns:a16="http://schemas.microsoft.com/office/drawing/2014/main" id="{94AC92DF-4291-485E-A6F6-1A8F5CA68C7D}"/>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485A1477-A051-4729-9EDA-C10357F6EC11}"/>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S3 Select không còn mở cho khách hàng mới</a:t>
            </a:r>
          </a:p>
        </p:txBody>
      </p:sp>
    </p:spTree>
    <p:extLst>
      <p:ext uri="{BB962C8B-B14F-4D97-AF65-F5344CB8AC3E}">
        <p14:creationId xmlns:p14="http://schemas.microsoft.com/office/powerpoint/2010/main" val="1192220227"/>
      </p:ext>
    </p:extLst>
  </p:cSld>
</p:sld>
</file>

<file path=ppt/slides/slide33.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32B095A-2AA3-4F43-810D-3CAFFBB463EB}"/>
              </a:ext>
            </a:extLst>
          </p:cNvPr>
          <p:cNvPicPr>
            <a:picLocks xmlns:a="http://schemas.openxmlformats.org/drawingml/2006/main" noChangeAspect="1"/>
          </p:cNvPicPr>
          <p:nvPr/>
        </p:nvPicPr>
        <p:blipFill>
          <a:blip xmlns:r="http://schemas.openxmlformats.org/officeDocument/2006/relationships" xmlns:a="http://schemas.openxmlformats.org/drawingml/2006/main" r:embed="R452bb990eca44ef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4C5718-EC3A-44F7-9337-0AC93AFC77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789584F4-AC0B-43BD-B70F-FB3EF0892D55}"/>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Replication giữa các bucket</a:t>
            </a:r>
          </a:p>
        </p:txBody>
      </p:sp>
      <p:sp>
        <p:nvSpPr>
          <p:cNvPr id="4" name="">
            <a:extLst xmlns:a="http://schemas.openxmlformats.org/drawingml/2006/main">
              <a:ext uri="{FF2B5EF4-FFF2-40B4-BE49-F238E27FC236}">
                <a16:creationId xmlns:a16="http://schemas.microsoft.com/office/drawing/2014/main" id="{1401C42E-C9F7-4299-8A03-0339F76E2BD9}"/>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81A8781B-1B13-4DB2-80FA-3AE603748CB9}"/>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33 / 45</a:t>
            </a:r>
          </a:p>
        </p:txBody>
      </p:sp>
      <p:sp>
        <p:nvSpPr>
          <p:cNvPr id="6" name="">
            <a:extLst xmlns:a="http://schemas.openxmlformats.org/drawingml/2006/main">
              <a:ext uri="{FF2B5EF4-FFF2-40B4-BE49-F238E27FC236}">
                <a16:creationId xmlns:a16="http://schemas.microsoft.com/office/drawing/2014/main" id="{069CA616-F0F8-4E63-8249-931DCC6D8BC7}"/>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45849A6-2821-410E-88D4-72648E38E510}"/>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SRR: nhân bản trong cùng Region</a:t>
            </a:r>
          </a:p>
        </p:txBody>
      </p:sp>
      <p:sp>
        <p:nvSpPr>
          <p:cNvPr id="8" name="">
            <a:extLst xmlns:a="http://schemas.openxmlformats.org/drawingml/2006/main">
              <a:ext uri="{FF2B5EF4-FFF2-40B4-BE49-F238E27FC236}">
                <a16:creationId xmlns:a16="http://schemas.microsoft.com/office/drawing/2014/main" id="{EB597BBF-CEBA-4A11-91FD-3B34D6757316}"/>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0CAC9F2-880F-4D2C-8146-11CD94A2FC47}"/>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CRR: nhân bản sang Region khác</a:t>
            </a:r>
          </a:p>
        </p:txBody>
      </p:sp>
      <p:sp>
        <p:nvSpPr>
          <p:cNvPr id="10" name="">
            <a:extLst xmlns:a="http://schemas.openxmlformats.org/drawingml/2006/main">
              <a:ext uri="{FF2B5EF4-FFF2-40B4-BE49-F238E27FC236}">
                <a16:creationId xmlns:a16="http://schemas.microsoft.com/office/drawing/2014/main" id="{8F9DC418-21ED-4A69-A6D7-2976ABFED73C}"/>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9D5D8EB-B147-4B44-B6CD-28B44DD16B2C}"/>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Đây là quá trình bất đồng bộ</a:t>
            </a:r>
          </a:p>
        </p:txBody>
      </p:sp>
      <p:sp>
        <p:nvSpPr>
          <p:cNvPr id="12" name="">
            <a:extLst xmlns:a="http://schemas.openxmlformats.org/drawingml/2006/main">
              <a:ext uri="{FF2B5EF4-FFF2-40B4-BE49-F238E27FC236}">
                <a16:creationId xmlns:a16="http://schemas.microsoft.com/office/drawing/2014/main" id="{659C0D28-02B9-4ACB-9E93-37D484D71241}"/>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C6F6C061-2E98-429F-AB4B-9FA021349243}"/>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Cần xét Versioning, quyền và chi phí</a:t>
            </a:r>
          </a:p>
        </p:txBody>
      </p:sp>
    </p:spTree>
    <p:extLst>
      <p:ext uri="{BB962C8B-B14F-4D97-AF65-F5344CB8AC3E}">
        <p14:creationId xmlns:p14="http://schemas.microsoft.com/office/powerpoint/2010/main" val="1562705479"/>
      </p:ext>
    </p:extLst>
  </p:cSld>
</p:sld>
</file>

<file path=ppt/slides/slide34.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BE49122-1AC1-4F8D-A051-865AE3F90DD6}"/>
              </a:ext>
            </a:extLst>
          </p:cNvPr>
          <p:cNvPicPr>
            <a:picLocks xmlns:a="http://schemas.openxmlformats.org/drawingml/2006/main" noChangeAspect="1"/>
          </p:cNvPicPr>
          <p:nvPr/>
        </p:nvPicPr>
        <p:blipFill>
          <a:blip xmlns:r="http://schemas.openxmlformats.org/officeDocument/2006/relationships" xmlns:a="http://schemas.openxmlformats.org/drawingml/2006/main" r:embed="Rab54a0a0a236456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E2E32F-5AAC-4D41-AED6-B373CB9FB7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2A392AE4-11E8-4AD7-A298-BEC3A68D134D}"/>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Chi phí sử dụng S3</a:t>
            </a:r>
          </a:p>
        </p:txBody>
      </p:sp>
      <p:sp>
        <p:nvSpPr>
          <p:cNvPr id="4" name="">
            <a:extLst xmlns:a="http://schemas.openxmlformats.org/drawingml/2006/main">
              <a:ext uri="{FF2B5EF4-FFF2-40B4-BE49-F238E27FC236}">
                <a16:creationId xmlns:a16="http://schemas.microsoft.com/office/drawing/2014/main" id="{9D6AB2E5-AE85-4277-AD43-34961EFF6269}"/>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A28258F6-49EB-430E-9508-4522BE134A45}"/>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34 / 45</a:t>
            </a:r>
          </a:p>
        </p:txBody>
      </p:sp>
      <p:sp>
        <p:nvSpPr>
          <p:cNvPr id="6" name="">
            <a:extLst xmlns:a="http://schemas.openxmlformats.org/drawingml/2006/main">
              <a:ext uri="{FF2B5EF4-FFF2-40B4-BE49-F238E27FC236}">
                <a16:creationId xmlns:a16="http://schemas.microsoft.com/office/drawing/2014/main" id="{293532A7-2472-4BDB-85A9-9FFA1021A386}"/>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C23E68C-2F59-4DA4-9B41-519D1622C439}"/>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Dung lượng và thời gian lưu, kể cả version cũ</a:t>
            </a:r>
          </a:p>
        </p:txBody>
      </p:sp>
      <p:sp>
        <p:nvSpPr>
          <p:cNvPr id="8" name="">
            <a:extLst xmlns:a="http://schemas.openxmlformats.org/drawingml/2006/main">
              <a:ext uri="{FF2B5EF4-FFF2-40B4-BE49-F238E27FC236}">
                <a16:creationId xmlns:a16="http://schemas.microsoft.com/office/drawing/2014/main" id="{3E2B6CAA-2EDB-4314-B8EB-C0CAC4D40117}"/>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F2684F9-A4DB-47CB-B279-CBFF14920534}"/>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Requests và phí retrieval tùy storage class</a:t>
            </a:r>
          </a:p>
        </p:txBody>
      </p:sp>
      <p:sp>
        <p:nvSpPr>
          <p:cNvPr id="10" name="">
            <a:extLst xmlns:a="http://schemas.openxmlformats.org/drawingml/2006/main">
              <a:ext uri="{FF2B5EF4-FFF2-40B4-BE49-F238E27FC236}">
                <a16:creationId xmlns:a16="http://schemas.microsoft.com/office/drawing/2014/main" id="{5B161B40-F232-423D-AA16-02994DF27887}"/>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F925415-5393-4673-A6CF-3E929998B88E}"/>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Truyền dữ liệu và các tính năng bổ sung</a:t>
            </a:r>
          </a:p>
        </p:txBody>
      </p:sp>
      <p:sp>
        <p:nvSpPr>
          <p:cNvPr id="12" name="">
            <a:extLst xmlns:a="http://schemas.openxmlformats.org/drawingml/2006/main">
              <a:ext uri="{FF2B5EF4-FFF2-40B4-BE49-F238E27FC236}">
                <a16:creationId xmlns:a16="http://schemas.microsoft.com/office/drawing/2014/main" id="{3A0605E6-62D9-4667-92D5-EFAB8F58D301}"/>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F349F146-FECC-4169-AA93-C89F19282DAE}"/>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Free Tier phụ thuộc tài khoản và điều kiện hiện hành</a:t>
            </a:r>
          </a:p>
        </p:txBody>
      </p:sp>
    </p:spTree>
    <p:extLst>
      <p:ext uri="{BB962C8B-B14F-4D97-AF65-F5344CB8AC3E}">
        <p14:creationId xmlns:p14="http://schemas.microsoft.com/office/powerpoint/2010/main" val="472463883"/>
      </p:ext>
    </p:extLst>
  </p:cSld>
</p:sld>
</file>

<file path=ppt/slides/slide35.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6DA6601-BF92-453A-8C26-8ECA830C5570}"/>
              </a:ext>
            </a:extLst>
          </p:cNvPr>
          <p:cNvPicPr>
            <a:picLocks xmlns:a="http://schemas.openxmlformats.org/drawingml/2006/main" noChangeAspect="1"/>
          </p:cNvPicPr>
          <p:nvPr/>
        </p:nvPicPr>
        <p:blipFill>
          <a:blip xmlns:r="http://schemas.openxmlformats.org/officeDocument/2006/relationships" xmlns:a="http://schemas.openxmlformats.org/drawingml/2006/main" r:embed="R6472d04a6dc540a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F0ED25-8A0E-4595-861A-3A1495B990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7F8B3AA3-17B1-489D-946F-41BF7C736403}"/>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Ưu điểm và giới hạn</a:t>
            </a:r>
          </a:p>
        </p:txBody>
      </p:sp>
      <p:sp>
        <p:nvSpPr>
          <p:cNvPr id="4" name="">
            <a:extLst xmlns:a="http://schemas.openxmlformats.org/drawingml/2006/main">
              <a:ext uri="{FF2B5EF4-FFF2-40B4-BE49-F238E27FC236}">
                <a16:creationId xmlns:a16="http://schemas.microsoft.com/office/drawing/2014/main" id="{037FD538-3A08-487A-8366-726F7E0533F2}"/>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94FCB25C-8993-4884-8F16-2B22EB8CBBA7}"/>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35 / 45</a:t>
            </a:r>
          </a:p>
        </p:txBody>
      </p:sp>
      <p:sp>
        <p:nvSpPr>
          <p:cNvPr id="6" name="">
            <a:extLst xmlns:a="http://schemas.openxmlformats.org/drawingml/2006/main">
              <a:ext uri="{FF2B5EF4-FFF2-40B4-BE49-F238E27FC236}">
                <a16:creationId xmlns:a16="http://schemas.microsoft.com/office/drawing/2014/main" id="{4F62D36C-3AE1-4E88-8E54-4BC22BABB06C}"/>
              </a:ext>
            </a:extLst>
          </p:cNvPr>
          <p:cNvSpPr>
            <a:spLocks xmlns:a="http://schemas.openxmlformats.org/drawingml/2006/main" noGrp="1"/>
          </p:cNvSpPr>
          <p:nvPr/>
        </p:nvSpPr>
        <p:spPr>
          <a:xfrm xmlns:a="http://schemas.openxmlformats.org/drawingml/2006/main">
            <a:off x="762000" y="2209800"/>
            <a:ext cx="5048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00C7E5"/>
                </a:solidFill>
                <a:latin typeface="Arial"/>
                <a:ea typeface="Arial"/>
                <a:cs typeface="Arial"/>
              </a:defRPr>
            </a:defPPr>
            <a:lvl1pPr algn="l">
              <a:defRPr sz="3525" b="1">
                <a:solidFill>
                  <a:srgbClr val="00C7E5"/>
                </a:solidFill>
                <a:latin typeface="Arial"/>
                <a:ea typeface="Arial"/>
                <a:cs typeface="Arial"/>
              </a:defRPr>
            </a:lvl1pPr>
            <a:lvl2pPr algn="l">
              <a:defRPr sz="3525" b="1">
                <a:solidFill>
                  <a:srgbClr val="00C7E5"/>
                </a:solidFill>
                <a:latin typeface="Arial"/>
                <a:ea typeface="Arial"/>
                <a:cs typeface="Arial"/>
              </a:defRPr>
            </a:lvl2pPr>
            <a:lvl3pPr algn="l">
              <a:defRPr sz="3525" b="1">
                <a:solidFill>
                  <a:srgbClr val="00C7E5"/>
                </a:solidFill>
                <a:latin typeface="Arial"/>
                <a:ea typeface="Arial"/>
                <a:cs typeface="Arial"/>
              </a:defRPr>
            </a:lvl3pPr>
            <a:lvl4pPr algn="l">
              <a:defRPr sz="3525" b="1">
                <a:solidFill>
                  <a:srgbClr val="00C7E5"/>
                </a:solidFill>
                <a:latin typeface="Arial"/>
                <a:ea typeface="Arial"/>
                <a:cs typeface="Arial"/>
              </a:defRPr>
            </a:lvl4pPr>
            <a:lvl5pPr algn="l">
              <a:defRPr sz="3525" b="1">
                <a:solidFill>
                  <a:srgbClr val="00C7E5"/>
                </a:solidFill>
                <a:latin typeface="Arial"/>
                <a:ea typeface="Arial"/>
                <a:cs typeface="Arial"/>
              </a:defRPr>
            </a:lvl5pPr>
            <a:lvl6pPr algn="l">
              <a:defRPr sz="3525" b="1">
                <a:solidFill>
                  <a:srgbClr val="00C7E5"/>
                </a:solidFill>
                <a:latin typeface="Arial"/>
                <a:ea typeface="Arial"/>
                <a:cs typeface="Arial"/>
              </a:defRPr>
            </a:lvl6pPr>
            <a:lvl7pPr algn="l">
              <a:defRPr sz="3525" b="1">
                <a:solidFill>
                  <a:srgbClr val="00C7E5"/>
                </a:solidFill>
                <a:latin typeface="Arial"/>
                <a:ea typeface="Arial"/>
                <a:cs typeface="Arial"/>
              </a:defRPr>
            </a:lvl7pPr>
            <a:lvl8pPr algn="l">
              <a:defRPr sz="3525" b="1">
                <a:solidFill>
                  <a:srgbClr val="00C7E5"/>
                </a:solidFill>
                <a:latin typeface="Arial"/>
                <a:ea typeface="Arial"/>
                <a:cs typeface="Arial"/>
              </a:defRPr>
            </a:lvl8pPr>
            <a:lvl9pPr algn="l">
              <a:defRPr sz="3525" b="1">
                <a:solidFill>
                  <a:srgbClr val="00C7E5"/>
                </a:solidFill>
                <a:latin typeface="Arial"/>
                <a:ea typeface="Arial"/>
                <a:cs typeface="Arial"/>
              </a:defRPr>
            </a:lvl9pPr>
          </a:lstStyle>
          <a:p xmlns:a="http://schemas.openxmlformats.org/drawingml/2006/main">
            <a:pPr algn="l">
              <a:defRPr sz="3525" b="1">
                <a:solidFill>
                  <a:srgbClr val="00C7E5"/>
                </a:solidFill>
                <a:latin typeface="Arial"/>
                <a:ea typeface="Arial"/>
                <a:cs typeface="Arial"/>
              </a:defRPr>
            </a:pPr>
            <a:r>
              <a:rPr sz="3525" b="1">
                <a:solidFill>
                  <a:srgbClr val="00C7E5"/>
                </a:solidFill>
                <a:latin typeface="Arial"/>
                <a:ea typeface="Arial"/>
                <a:cs typeface="Arial"/>
              </a:rPr>
              <a:t>Ưu điểm</a:t>
            </a:r>
          </a:p>
        </p:txBody>
      </p:sp>
      <p:sp>
        <p:nvSpPr>
          <p:cNvPr id="7" name="">
            <a:extLst xmlns:a="http://schemas.openxmlformats.org/drawingml/2006/main">
              <a:ext uri="{FF2B5EF4-FFF2-40B4-BE49-F238E27FC236}">
                <a16:creationId xmlns:a16="http://schemas.microsoft.com/office/drawing/2014/main" id="{D1815E3E-9A6E-435A-89FF-E1B2842FF4B8}"/>
              </a:ext>
            </a:extLst>
          </p:cNvPr>
          <p:cNvSpPr>
            <a:spLocks xmlns:a="http://schemas.openxmlformats.org/drawingml/2006/main" noGrp="1"/>
          </p:cNvSpPr>
          <p:nvPr/>
        </p:nvSpPr>
        <p:spPr>
          <a:xfrm xmlns:a="http://schemas.openxmlformats.org/drawingml/2006/main">
            <a:off x="6667500" y="220980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FAC58"/>
                </a:solidFill>
                <a:latin typeface="Arial"/>
                <a:ea typeface="Arial"/>
                <a:cs typeface="Arial"/>
              </a:defRPr>
            </a:defPPr>
            <a:lvl1pPr algn="l">
              <a:defRPr sz="3525" b="1">
                <a:solidFill>
                  <a:srgbClr val="FFAC58"/>
                </a:solidFill>
                <a:latin typeface="Arial"/>
                <a:ea typeface="Arial"/>
                <a:cs typeface="Arial"/>
              </a:defRPr>
            </a:lvl1pPr>
            <a:lvl2pPr algn="l">
              <a:defRPr sz="3525" b="1">
                <a:solidFill>
                  <a:srgbClr val="FFAC58"/>
                </a:solidFill>
                <a:latin typeface="Arial"/>
                <a:ea typeface="Arial"/>
                <a:cs typeface="Arial"/>
              </a:defRPr>
            </a:lvl2pPr>
            <a:lvl3pPr algn="l">
              <a:defRPr sz="3525" b="1">
                <a:solidFill>
                  <a:srgbClr val="FFAC58"/>
                </a:solidFill>
                <a:latin typeface="Arial"/>
                <a:ea typeface="Arial"/>
                <a:cs typeface="Arial"/>
              </a:defRPr>
            </a:lvl3pPr>
            <a:lvl4pPr algn="l">
              <a:defRPr sz="3525" b="1">
                <a:solidFill>
                  <a:srgbClr val="FFAC58"/>
                </a:solidFill>
                <a:latin typeface="Arial"/>
                <a:ea typeface="Arial"/>
                <a:cs typeface="Arial"/>
              </a:defRPr>
            </a:lvl4pPr>
            <a:lvl5pPr algn="l">
              <a:defRPr sz="3525" b="1">
                <a:solidFill>
                  <a:srgbClr val="FFAC58"/>
                </a:solidFill>
                <a:latin typeface="Arial"/>
                <a:ea typeface="Arial"/>
                <a:cs typeface="Arial"/>
              </a:defRPr>
            </a:lvl5pPr>
            <a:lvl6pPr algn="l">
              <a:defRPr sz="3525" b="1">
                <a:solidFill>
                  <a:srgbClr val="FFAC58"/>
                </a:solidFill>
                <a:latin typeface="Arial"/>
                <a:ea typeface="Arial"/>
                <a:cs typeface="Arial"/>
              </a:defRPr>
            </a:lvl6pPr>
            <a:lvl7pPr algn="l">
              <a:defRPr sz="3525" b="1">
                <a:solidFill>
                  <a:srgbClr val="FFAC58"/>
                </a:solidFill>
                <a:latin typeface="Arial"/>
                <a:ea typeface="Arial"/>
                <a:cs typeface="Arial"/>
              </a:defRPr>
            </a:lvl7pPr>
            <a:lvl8pPr algn="l">
              <a:defRPr sz="3525" b="1">
                <a:solidFill>
                  <a:srgbClr val="FFAC58"/>
                </a:solidFill>
                <a:latin typeface="Arial"/>
                <a:ea typeface="Arial"/>
                <a:cs typeface="Arial"/>
              </a:defRPr>
            </a:lvl8pPr>
            <a:lvl9pPr algn="l">
              <a:defRPr sz="3525" b="1">
                <a:solidFill>
                  <a:srgbClr val="FFAC58"/>
                </a:solidFill>
                <a:latin typeface="Arial"/>
                <a:ea typeface="Arial"/>
                <a:cs typeface="Arial"/>
              </a:defRPr>
            </a:lvl9pPr>
          </a:lstStyle>
          <a:p xmlns:a="http://schemas.openxmlformats.org/drawingml/2006/main">
            <a:pPr algn="l">
              <a:defRPr sz="3525" b="1">
                <a:solidFill>
                  <a:srgbClr val="FFAC58"/>
                </a:solidFill>
                <a:latin typeface="Arial"/>
                <a:ea typeface="Arial"/>
                <a:cs typeface="Arial"/>
              </a:defRPr>
            </a:pPr>
            <a:r>
              <a:rPr sz="3525" b="1">
                <a:solidFill>
                  <a:srgbClr val="FFAC58"/>
                </a:solidFill>
                <a:latin typeface="Arial"/>
                <a:ea typeface="Arial"/>
                <a:cs typeface="Arial"/>
              </a:rPr>
              <a:t>Cần cân nhắc</a:t>
            </a:r>
          </a:p>
        </p:txBody>
      </p:sp>
      <p:sp>
        <p:nvSpPr>
          <p:cNvPr id="8" name="">
            <a:extLst xmlns:a="http://schemas.openxmlformats.org/drawingml/2006/main">
              <a:ext uri="{FF2B5EF4-FFF2-40B4-BE49-F238E27FC236}">
                <a16:creationId xmlns:a16="http://schemas.microsoft.com/office/drawing/2014/main" id="{E986C097-38F4-44A4-A62F-827D999BD57C}"/>
              </a:ext>
            </a:extLst>
          </p:cNvPr>
          <p:cNvSpPr>
            <a:spLocks xmlns:a="http://schemas.openxmlformats.org/drawingml/2006/main" noGrp="1"/>
          </p:cNvSpPr>
          <p:nvPr/>
        </p:nvSpPr>
        <p:spPr>
          <a:xfrm xmlns:a="http://schemas.openxmlformats.org/drawingml/2006/main">
            <a:off x="762000" y="3276600"/>
            <a:ext cx="504825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Giảm việc vận hành hạ tầng lưu trữ</a:t>
            </a:r>
          </a:p>
          <a:p xmlns:a="http://schemas.openxmlformats.org/drawingml/2006/main">
            <a:r>
              <a:t/>
            </a:r>
          </a:p>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Phù hợp ảnh, tài liệu, backup và data lake</a:t>
            </a:r>
          </a:p>
        </p:txBody>
      </p:sp>
      <p:sp>
        <p:nvSpPr>
          <p:cNvPr id="9" name="">
            <a:extLst xmlns:a="http://schemas.openxmlformats.org/drawingml/2006/main">
              <a:ext uri="{FF2B5EF4-FFF2-40B4-BE49-F238E27FC236}">
                <a16:creationId xmlns:a16="http://schemas.microsoft.com/office/drawing/2014/main" id="{CA7DDF49-8D3E-475A-8E93-561C7ED66E43}"/>
              </a:ext>
            </a:extLst>
          </p:cNvPr>
          <p:cNvSpPr>
            <a:spLocks xmlns:a="http://schemas.openxmlformats.org/drawingml/2006/main" noGrp="1"/>
          </p:cNvSpPr>
          <p:nvPr/>
        </p:nvSpPr>
        <p:spPr>
          <a:xfrm xmlns:a="http://schemas.openxmlformats.org/drawingml/2006/main">
            <a:off x="6667500" y="3276600"/>
            <a:ext cx="4762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Phụ thuộc mạng, cấu hình quyền và mô hình chi phí</a:t>
            </a:r>
          </a:p>
          <a:p xmlns:a="http://schemas.openxmlformats.org/drawingml/2006/main">
            <a:r>
              <a:t/>
            </a:r>
          </a:p>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Không thay thế ổ đĩa hay cơ sở dữ liệu cho mọi nhu cầu</a:t>
            </a:r>
          </a:p>
        </p:txBody>
      </p:sp>
    </p:spTree>
    <p:extLst>
      <p:ext uri="{BB962C8B-B14F-4D97-AF65-F5344CB8AC3E}">
        <p14:creationId xmlns:p14="http://schemas.microsoft.com/office/powerpoint/2010/main" val="363365801"/>
      </p:ext>
    </p:extLst>
  </p:cSld>
</p:sld>
</file>

<file path=ppt/slides/slide36.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AAD7ACE-BD63-467D-88ED-DA4AD10B0EE4}"/>
              </a:ext>
            </a:extLst>
          </p:cNvPr>
          <p:cNvPicPr>
            <a:picLocks xmlns:a="http://schemas.openxmlformats.org/drawingml/2006/main" noChangeAspect="1"/>
          </p:cNvPicPr>
          <p:nvPr/>
        </p:nvPicPr>
        <p:blipFill>
          <a:blip xmlns:r="http://schemas.openxmlformats.org/officeDocument/2006/relationships" xmlns:a="http://schemas.openxmlformats.org/drawingml/2006/main" r:embed="R63de9bba7d11401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842C99-89B9-4E31-877F-B4CD815676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F790D9A0-BC50-41E2-9B0C-7144AEE29F1A}"/>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Demo: Kho tài liệu nhóm</a:t>
            </a:r>
          </a:p>
        </p:txBody>
      </p:sp>
      <p:sp>
        <p:nvSpPr>
          <p:cNvPr id="4" name="">
            <a:extLst xmlns:a="http://schemas.openxmlformats.org/drawingml/2006/main">
              <a:ext uri="{FF2B5EF4-FFF2-40B4-BE49-F238E27FC236}">
                <a16:creationId xmlns:a16="http://schemas.microsoft.com/office/drawing/2014/main" id="{61F7E685-05D4-4EC4-B9EB-70D6D0CDA140}"/>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Báo cáo và tài liệu dự án trên GitHub</a:t>
            </a:r>
          </a:p>
        </p:txBody>
      </p:sp>
      <p:sp>
        <p:nvSpPr>
          <p:cNvPr id="5" name="">
            <a:extLst xmlns:a="http://schemas.openxmlformats.org/drawingml/2006/main">
              <a:ext uri="{FF2B5EF4-FFF2-40B4-BE49-F238E27FC236}">
                <a16:creationId xmlns:a16="http://schemas.microsoft.com/office/drawing/2014/main" id="{AC63410D-FE7C-4B02-80CE-14CEC159B30B}"/>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36 / 45</a:t>
            </a:r>
          </a:p>
        </p:txBody>
      </p:sp>
      <p:sp>
        <p:nvSpPr>
          <p:cNvPr id="6" name="">
            <a:extLst xmlns:a="http://schemas.openxmlformats.org/drawingml/2006/main">
              <a:ext uri="{FF2B5EF4-FFF2-40B4-BE49-F238E27FC236}">
                <a16:creationId xmlns:a16="http://schemas.microsoft.com/office/drawing/2014/main" id="{E6082418-ED4E-451D-BF00-AD0B00DC73E1}"/>
              </a:ext>
            </a:extLst>
          </p:cNvPr>
          <p:cNvSpPr>
            <a:spLocks xmlns:a="http://schemas.openxmlformats.org/drawingml/2006/main" noGrp="1"/>
          </p:cNvSpPr>
          <p:nvPr/>
        </p:nvSpPr>
        <p:spPr>
          <a:xfrm xmlns:a="http://schemas.openxmlformats.org/drawingml/2006/main">
            <a:off x="762000" y="2209800"/>
            <a:ext cx="3143250" cy="9906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98BDC2A7-FCB3-41EA-A9FE-ABD61F9FCE0D}"/>
              </a:ext>
            </a:extLst>
          </p:cNvPr>
          <p:cNvSpPr>
            <a:spLocks xmlns:a="http://schemas.openxmlformats.org/drawingml/2006/main" noGrp="1"/>
          </p:cNvSpPr>
          <p:nvPr/>
        </p:nvSpPr>
        <p:spPr>
          <a:xfrm xmlns:a="http://schemas.openxmlformats.org/drawingml/2006/main">
            <a:off x="895350" y="2400300"/>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Tệp mẫu</a:t>
            </a:r>
          </a:p>
        </p:txBody>
      </p:sp>
      <p:sp>
        <p:nvSpPr>
          <p:cNvPr id="8" name="">
            <a:extLst xmlns:a="http://schemas.openxmlformats.org/drawingml/2006/main">
              <a:ext uri="{FF2B5EF4-FFF2-40B4-BE49-F238E27FC236}">
                <a16:creationId xmlns:a16="http://schemas.microsoft.com/office/drawing/2014/main" id="{44B9621E-CBE4-4ADB-8FEA-E02985B1CD9D}"/>
              </a:ext>
            </a:extLst>
          </p:cNvPr>
          <p:cNvSpPr>
            <a:spLocks xmlns:a="http://schemas.openxmlformats.org/drawingml/2006/main" noGrp="1"/>
          </p:cNvSpPr>
          <p:nvPr/>
        </p:nvSpPr>
        <p:spPr>
          <a:xfrm xmlns:a="http://schemas.openxmlformats.org/drawingml/2006/main">
            <a:off x="4524375" y="2209800"/>
            <a:ext cx="3143250" cy="990600"/>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62EEF443-357D-4535-9CBA-FB16EE50A160}"/>
              </a:ext>
            </a:extLst>
          </p:cNvPr>
          <p:cNvSpPr>
            <a:spLocks xmlns:a="http://schemas.openxmlformats.org/drawingml/2006/main" noGrp="1"/>
          </p:cNvSpPr>
          <p:nvPr/>
        </p:nvSpPr>
        <p:spPr>
          <a:xfrm xmlns:a="http://schemas.openxmlformats.org/drawingml/2006/main">
            <a:off x="4657725" y="2400300"/>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AWS Console</a:t>
            </a:r>
          </a:p>
        </p:txBody>
      </p:sp>
      <p:sp>
        <p:nvSpPr>
          <p:cNvPr id="10" name="">
            <a:extLst xmlns:a="http://schemas.openxmlformats.org/drawingml/2006/main">
              <a:ext uri="{FF2B5EF4-FFF2-40B4-BE49-F238E27FC236}">
                <a16:creationId xmlns:a16="http://schemas.microsoft.com/office/drawing/2014/main" id="{859B2C23-C911-4947-A80D-9961169C4BE1}"/>
              </a:ext>
            </a:extLst>
          </p:cNvPr>
          <p:cNvSpPr>
            <a:spLocks xmlns:a="http://schemas.openxmlformats.org/drawingml/2006/main" noGrp="1"/>
          </p:cNvSpPr>
          <p:nvPr/>
        </p:nvSpPr>
        <p:spPr>
          <a:xfrm xmlns:a="http://schemas.openxmlformats.org/drawingml/2006/main">
            <a:off x="3981450" y="2466975"/>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D9D281B-3A81-4D2D-BE56-47F2FCE59183}"/>
              </a:ext>
            </a:extLst>
          </p:cNvPr>
          <p:cNvSpPr>
            <a:spLocks xmlns:a="http://schemas.openxmlformats.org/drawingml/2006/main" noGrp="1"/>
          </p:cNvSpPr>
          <p:nvPr/>
        </p:nvSpPr>
        <p:spPr>
          <a:xfrm xmlns:a="http://schemas.openxmlformats.org/drawingml/2006/main">
            <a:off x="8286750" y="2209800"/>
            <a:ext cx="3143250" cy="990600"/>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2" name="">
            <a:extLst xmlns:a="http://schemas.openxmlformats.org/drawingml/2006/main">
              <a:ext uri="{FF2B5EF4-FFF2-40B4-BE49-F238E27FC236}">
                <a16:creationId xmlns:a16="http://schemas.microsoft.com/office/drawing/2014/main" id="{A36F6997-EA3A-49A1-B5AD-28DD4963BD50}"/>
              </a:ext>
            </a:extLst>
          </p:cNvPr>
          <p:cNvSpPr>
            <a:spLocks xmlns:a="http://schemas.openxmlformats.org/drawingml/2006/main" noGrp="1"/>
          </p:cNvSpPr>
          <p:nvPr/>
        </p:nvSpPr>
        <p:spPr>
          <a:xfrm xmlns:a="http://schemas.openxmlformats.org/drawingml/2006/main">
            <a:off x="8420100" y="2400300"/>
            <a:ext cx="2876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Bucket S3</a:t>
            </a:r>
          </a:p>
        </p:txBody>
      </p:sp>
      <p:sp>
        <p:nvSpPr>
          <p:cNvPr id="13" name="">
            <a:extLst xmlns:a="http://schemas.openxmlformats.org/drawingml/2006/main">
              <a:ext uri="{FF2B5EF4-FFF2-40B4-BE49-F238E27FC236}">
                <a16:creationId xmlns:a16="http://schemas.microsoft.com/office/drawing/2014/main" id="{7B953E51-779C-48EE-80DC-C1AE70582EFE}"/>
              </a:ext>
            </a:extLst>
          </p:cNvPr>
          <p:cNvSpPr>
            <a:spLocks xmlns:a="http://schemas.openxmlformats.org/drawingml/2006/main" noGrp="1"/>
          </p:cNvSpPr>
          <p:nvPr/>
        </p:nvSpPr>
        <p:spPr>
          <a:xfrm xmlns:a="http://schemas.openxmlformats.org/drawingml/2006/main">
            <a:off x="7743825" y="2466975"/>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0511F3CA-3078-4DDF-B231-44D0609C5EA8}"/>
              </a:ext>
            </a:extLst>
          </p:cNvPr>
          <p:cNvSpPr>
            <a:spLocks xmlns:a="http://schemas.openxmlformats.org/drawingml/2006/main" noGrp="1"/>
          </p:cNvSpPr>
          <p:nvPr/>
        </p:nvSpPr>
        <p:spPr>
          <a:xfrm xmlns:a="http://schemas.openxmlformats.org/drawingml/2006/main">
            <a:off x="781050" y="360045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00C7E5"/>
                </a:solidFill>
                <a:latin typeface="Arial"/>
                <a:ea typeface="Arial"/>
                <a:cs typeface="Arial"/>
              </a:defRPr>
            </a:defPPr>
            <a:lvl1pPr algn="l">
              <a:defRPr sz="3450" b="1">
                <a:solidFill>
                  <a:srgbClr val="00C7E5"/>
                </a:solidFill>
                <a:latin typeface="Arial"/>
                <a:ea typeface="Arial"/>
                <a:cs typeface="Arial"/>
              </a:defRPr>
            </a:lvl1pPr>
            <a:lvl2pPr algn="l">
              <a:defRPr sz="3450" b="1">
                <a:solidFill>
                  <a:srgbClr val="00C7E5"/>
                </a:solidFill>
                <a:latin typeface="Arial"/>
                <a:ea typeface="Arial"/>
                <a:cs typeface="Arial"/>
              </a:defRPr>
            </a:lvl2pPr>
            <a:lvl3pPr algn="l">
              <a:defRPr sz="3450" b="1">
                <a:solidFill>
                  <a:srgbClr val="00C7E5"/>
                </a:solidFill>
                <a:latin typeface="Arial"/>
                <a:ea typeface="Arial"/>
                <a:cs typeface="Arial"/>
              </a:defRPr>
            </a:lvl3pPr>
            <a:lvl4pPr algn="l">
              <a:defRPr sz="3450" b="1">
                <a:solidFill>
                  <a:srgbClr val="00C7E5"/>
                </a:solidFill>
                <a:latin typeface="Arial"/>
                <a:ea typeface="Arial"/>
                <a:cs typeface="Arial"/>
              </a:defRPr>
            </a:lvl4pPr>
            <a:lvl5pPr algn="l">
              <a:defRPr sz="3450" b="1">
                <a:solidFill>
                  <a:srgbClr val="00C7E5"/>
                </a:solidFill>
                <a:latin typeface="Arial"/>
                <a:ea typeface="Arial"/>
                <a:cs typeface="Arial"/>
              </a:defRPr>
            </a:lvl5pPr>
            <a:lvl6pPr algn="l">
              <a:defRPr sz="3450" b="1">
                <a:solidFill>
                  <a:srgbClr val="00C7E5"/>
                </a:solidFill>
                <a:latin typeface="Arial"/>
                <a:ea typeface="Arial"/>
                <a:cs typeface="Arial"/>
              </a:defRPr>
            </a:lvl6pPr>
            <a:lvl7pPr algn="l">
              <a:defRPr sz="3450" b="1">
                <a:solidFill>
                  <a:srgbClr val="00C7E5"/>
                </a:solidFill>
                <a:latin typeface="Arial"/>
                <a:ea typeface="Arial"/>
                <a:cs typeface="Arial"/>
              </a:defRPr>
            </a:lvl7pPr>
            <a:lvl8pPr algn="l">
              <a:defRPr sz="3450" b="1">
                <a:solidFill>
                  <a:srgbClr val="00C7E5"/>
                </a:solidFill>
                <a:latin typeface="Arial"/>
                <a:ea typeface="Arial"/>
                <a:cs typeface="Arial"/>
              </a:defRPr>
            </a:lvl8pPr>
            <a:lvl9pPr algn="l">
              <a:defRPr sz="3450" b="1">
                <a:solidFill>
                  <a:srgbClr val="00C7E5"/>
                </a:solidFill>
                <a:latin typeface="Arial"/>
                <a:ea typeface="Arial"/>
                <a:cs typeface="Arial"/>
              </a:defRPr>
            </a:lvl9pPr>
          </a:lstStyle>
          <a:p xmlns:a="http://schemas.openxmlformats.org/drawingml/2006/main">
            <a:pPr algn="l">
              <a:defRPr sz="3450" b="1">
                <a:solidFill>
                  <a:srgbClr val="00C7E5"/>
                </a:solidFill>
                <a:latin typeface="Arial"/>
                <a:ea typeface="Arial"/>
                <a:cs typeface="Arial"/>
              </a:defRPr>
            </a:pPr>
            <a:r>
              <a:rPr sz="3450" b="1">
                <a:solidFill>
                  <a:srgbClr val="00C7E5"/>
                </a:solidFill>
                <a:latin typeface="Arial"/>
                <a:ea typeface="Arial"/>
                <a:cs typeface="Arial"/>
              </a:rPr>
              <a:t>cloudnotes-starlight</a:t>
            </a:r>
          </a:p>
        </p:txBody>
      </p:sp>
      <p:sp>
        <p:nvSpPr>
          <p:cNvPr id="15" name="">
            <a:extLst xmlns:a="http://schemas.openxmlformats.org/drawingml/2006/main">
              <a:ext uri="{FF2B5EF4-FFF2-40B4-BE49-F238E27FC236}">
                <a16:creationId xmlns:a16="http://schemas.microsoft.com/office/drawing/2014/main" id="{31B4A9B0-C240-4247-8ACC-B2A3CC75FFB4}"/>
              </a:ext>
            </a:extLst>
          </p:cNvPr>
          <p:cNvSpPr>
            <a:spLocks xmlns:a="http://schemas.openxmlformats.org/drawingml/2006/main" noGrp="1"/>
          </p:cNvSpPr>
          <p:nvPr/>
        </p:nvSpPr>
        <p:spPr>
          <a:xfrm xmlns:a="http://schemas.openxmlformats.org/drawingml/2006/main">
            <a:off x="781050" y="440055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0">
                <a:solidFill>
                  <a:srgbClr val="F4F8FC"/>
                </a:solidFill>
                <a:latin typeface="Arial"/>
                <a:ea typeface="Arial"/>
                <a:cs typeface="Arial"/>
              </a:defRPr>
            </a:defPPr>
            <a:lvl1pPr algn="l">
              <a:defRPr sz="2925" b="0">
                <a:solidFill>
                  <a:srgbClr val="F4F8FC"/>
                </a:solidFill>
                <a:latin typeface="Arial"/>
                <a:ea typeface="Arial"/>
                <a:cs typeface="Arial"/>
              </a:defRPr>
            </a:lvl1pPr>
            <a:lvl2pPr algn="l">
              <a:defRPr sz="2925" b="0">
                <a:solidFill>
                  <a:srgbClr val="F4F8FC"/>
                </a:solidFill>
                <a:latin typeface="Arial"/>
                <a:ea typeface="Arial"/>
                <a:cs typeface="Arial"/>
              </a:defRPr>
            </a:lvl2pPr>
            <a:lvl3pPr algn="l">
              <a:defRPr sz="2925" b="0">
                <a:solidFill>
                  <a:srgbClr val="F4F8FC"/>
                </a:solidFill>
                <a:latin typeface="Arial"/>
                <a:ea typeface="Arial"/>
                <a:cs typeface="Arial"/>
              </a:defRPr>
            </a:lvl3pPr>
            <a:lvl4pPr algn="l">
              <a:defRPr sz="2925" b="0">
                <a:solidFill>
                  <a:srgbClr val="F4F8FC"/>
                </a:solidFill>
                <a:latin typeface="Arial"/>
                <a:ea typeface="Arial"/>
                <a:cs typeface="Arial"/>
              </a:defRPr>
            </a:lvl4pPr>
            <a:lvl5pPr algn="l">
              <a:defRPr sz="2925" b="0">
                <a:solidFill>
                  <a:srgbClr val="F4F8FC"/>
                </a:solidFill>
                <a:latin typeface="Arial"/>
                <a:ea typeface="Arial"/>
                <a:cs typeface="Arial"/>
              </a:defRPr>
            </a:lvl5pPr>
            <a:lvl6pPr algn="l">
              <a:defRPr sz="2925" b="0">
                <a:solidFill>
                  <a:srgbClr val="F4F8FC"/>
                </a:solidFill>
                <a:latin typeface="Arial"/>
                <a:ea typeface="Arial"/>
                <a:cs typeface="Arial"/>
              </a:defRPr>
            </a:lvl6pPr>
            <a:lvl7pPr algn="l">
              <a:defRPr sz="2925" b="0">
                <a:solidFill>
                  <a:srgbClr val="F4F8FC"/>
                </a:solidFill>
                <a:latin typeface="Arial"/>
                <a:ea typeface="Arial"/>
                <a:cs typeface="Arial"/>
              </a:defRPr>
            </a:lvl7pPr>
            <a:lvl8pPr algn="l">
              <a:defRPr sz="2925" b="0">
                <a:solidFill>
                  <a:srgbClr val="F4F8FC"/>
                </a:solidFill>
                <a:latin typeface="Arial"/>
                <a:ea typeface="Arial"/>
                <a:cs typeface="Arial"/>
              </a:defRPr>
            </a:lvl8pPr>
            <a:lvl9pPr algn="l">
              <a:defRPr sz="2925" b="0">
                <a:solidFill>
                  <a:srgbClr val="F4F8FC"/>
                </a:solidFill>
                <a:latin typeface="Arial"/>
                <a:ea typeface="Arial"/>
                <a:cs typeface="Arial"/>
              </a:defRPr>
            </a:lvl9pPr>
          </a:lstStyle>
          <a:p xmlns:a="http://schemas.openxmlformats.org/drawingml/2006/main">
            <a:pPr algn="l">
              <a:defRPr sz="2925" b="0">
                <a:solidFill>
                  <a:srgbClr val="F4F8FC"/>
                </a:solidFill>
                <a:latin typeface="Arial"/>
                <a:ea typeface="Arial"/>
                <a:cs typeface="Arial"/>
              </a:defRPr>
            </a:pPr>
            <a:r>
              <a:rPr sz="2925" b="0">
                <a:solidFill>
                  <a:srgbClr val="F4F8FC"/>
                </a:solidFill>
                <a:latin typeface="Arial"/>
                <a:ea typeface="Arial"/>
                <a:cs typeface="Arial"/>
              </a:rPr>
              <a:t>ke-hoach-nhom.txt</a:t>
            </a:r>
          </a:p>
        </p:txBody>
      </p:sp>
      <p:sp>
        <p:nvSpPr>
          <p:cNvPr id="16" name="">
            <a:extLst xmlns:a="http://schemas.openxmlformats.org/drawingml/2006/main">
              <a:ext uri="{FF2B5EF4-FFF2-40B4-BE49-F238E27FC236}">
                <a16:creationId xmlns:a16="http://schemas.microsoft.com/office/drawing/2014/main" id="{A7778B6C-A1A8-4B07-A970-5C8EF65670E9}"/>
              </a:ext>
            </a:extLst>
          </p:cNvPr>
          <p:cNvSpPr>
            <a:spLocks xmlns:a="http://schemas.openxmlformats.org/drawingml/2006/main" noGrp="1"/>
          </p:cNvSpPr>
          <p:nvPr/>
        </p:nvSpPr>
        <p:spPr>
          <a:xfrm xmlns:a="http://schemas.openxmlformats.org/drawingml/2006/main">
            <a:off x="781050" y="5543550"/>
            <a:ext cx="1057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4F8FC"/>
                </a:solidFill>
                <a:latin typeface="Arial"/>
                <a:ea typeface="Arial"/>
                <a:cs typeface="Arial"/>
              </a:defRPr>
            </a:defPPr>
            <a:lvl1pPr algn="l">
              <a:defRPr sz="2325" b="0">
                <a:solidFill>
                  <a:srgbClr val="F4F8FC"/>
                </a:solidFill>
                <a:latin typeface="Arial"/>
                <a:ea typeface="Arial"/>
                <a:cs typeface="Arial"/>
              </a:defRPr>
            </a:lvl1pPr>
            <a:lvl2pPr algn="l">
              <a:defRPr sz="2325" b="0">
                <a:solidFill>
                  <a:srgbClr val="F4F8FC"/>
                </a:solidFill>
                <a:latin typeface="Arial"/>
                <a:ea typeface="Arial"/>
                <a:cs typeface="Arial"/>
              </a:defRPr>
            </a:lvl2pPr>
            <a:lvl3pPr algn="l">
              <a:defRPr sz="2325" b="0">
                <a:solidFill>
                  <a:srgbClr val="F4F8FC"/>
                </a:solidFill>
                <a:latin typeface="Arial"/>
                <a:ea typeface="Arial"/>
                <a:cs typeface="Arial"/>
              </a:defRPr>
            </a:lvl3pPr>
            <a:lvl4pPr algn="l">
              <a:defRPr sz="2325" b="0">
                <a:solidFill>
                  <a:srgbClr val="F4F8FC"/>
                </a:solidFill>
                <a:latin typeface="Arial"/>
                <a:ea typeface="Arial"/>
                <a:cs typeface="Arial"/>
              </a:defRPr>
            </a:lvl4pPr>
            <a:lvl5pPr algn="l">
              <a:defRPr sz="2325" b="0">
                <a:solidFill>
                  <a:srgbClr val="F4F8FC"/>
                </a:solidFill>
                <a:latin typeface="Arial"/>
                <a:ea typeface="Arial"/>
                <a:cs typeface="Arial"/>
              </a:defRPr>
            </a:lvl5pPr>
            <a:lvl6pPr algn="l">
              <a:defRPr sz="2325" b="0">
                <a:solidFill>
                  <a:srgbClr val="F4F8FC"/>
                </a:solidFill>
                <a:latin typeface="Arial"/>
                <a:ea typeface="Arial"/>
                <a:cs typeface="Arial"/>
              </a:defRPr>
            </a:lvl6pPr>
            <a:lvl7pPr algn="l">
              <a:defRPr sz="2325" b="0">
                <a:solidFill>
                  <a:srgbClr val="F4F8FC"/>
                </a:solidFill>
                <a:latin typeface="Arial"/>
                <a:ea typeface="Arial"/>
                <a:cs typeface="Arial"/>
              </a:defRPr>
            </a:lvl7pPr>
            <a:lvl8pPr algn="l">
              <a:defRPr sz="2325" b="0">
                <a:solidFill>
                  <a:srgbClr val="F4F8FC"/>
                </a:solidFill>
                <a:latin typeface="Arial"/>
                <a:ea typeface="Arial"/>
                <a:cs typeface="Arial"/>
              </a:defRPr>
            </a:lvl8pPr>
            <a:lvl9pPr algn="l">
              <a:defRPr sz="2325" b="0">
                <a:solidFill>
                  <a:srgbClr val="F4F8FC"/>
                </a:solidFill>
                <a:latin typeface="Arial"/>
                <a:ea typeface="Arial"/>
                <a:cs typeface="Arial"/>
              </a:defRPr>
            </a:lvl9pPr>
          </a:lstStyle>
          <a:p xmlns:a="http://schemas.openxmlformats.org/drawingml/2006/main">
            <a:pPr algn="l">
              <a:defRPr sz="2325" b="0">
                <a:solidFill>
                  <a:srgbClr val="F4F8FC"/>
                </a:solidFill>
                <a:latin typeface="Arial"/>
                <a:ea typeface="Arial"/>
                <a:cs typeface="Arial"/>
              </a:defRPr>
            </a:pPr>
            <a:r>
              <a:rPr sz="2325" b="0">
                <a:solidFill>
                  <a:srgbClr val="F4F8FC"/>
                </a:solidFill>
                <a:latin typeface="Arial"/>
                <a:ea typeface="Arial"/>
                <a:cs typeface="Arial"/>
              </a:rPr>
              <a:t>Lưu tài liệu    Khôi phục phiên bản    Chia sẻ có hạn</a:t>
            </a:r>
          </a:p>
        </p:txBody>
      </p:sp>
    </p:spTree>
    <p:extLst>
      <p:ext uri="{BB962C8B-B14F-4D97-AF65-F5344CB8AC3E}">
        <p14:creationId xmlns:p14="http://schemas.microsoft.com/office/powerpoint/2010/main" val="1264004485"/>
      </p:ext>
    </p:extLst>
  </p:cSld>
</p:sld>
</file>

<file path=ppt/slides/slide37.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8F19E81-8225-4B19-90AD-28D3C6F62F74}"/>
              </a:ext>
            </a:extLst>
          </p:cNvPr>
          <p:cNvPicPr>
            <a:picLocks xmlns:a="http://schemas.openxmlformats.org/drawingml/2006/main" noChangeAspect="1"/>
          </p:cNvPicPr>
          <p:nvPr/>
        </p:nvPicPr>
        <p:blipFill>
          <a:blip xmlns:r="http://schemas.openxmlformats.org/officeDocument/2006/relationships" xmlns:a="http://schemas.openxmlformats.org/drawingml/2006/main" r:embed="R8b7dea6127944b3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CFCD42-EB17-4786-B366-A8001A58C7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20D07326-F2E9-4402-A4F6-90A5853903BA}"/>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Cấu hình trước khi demo</a:t>
            </a:r>
          </a:p>
        </p:txBody>
      </p:sp>
      <p:sp>
        <p:nvSpPr>
          <p:cNvPr id="4" name="">
            <a:extLst xmlns:a="http://schemas.openxmlformats.org/drawingml/2006/main">
              <a:ext uri="{FF2B5EF4-FFF2-40B4-BE49-F238E27FC236}">
                <a16:creationId xmlns:a16="http://schemas.microsoft.com/office/drawing/2014/main" id="{8E7EFD39-8DFE-4273-8291-F4C5CD7F2F3F}"/>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FBDBF5FC-A3A8-4082-81B0-A36FD795FC3D}"/>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37 / 45</a:t>
            </a:r>
          </a:p>
        </p:txBody>
      </p:sp>
      <p:sp>
        <p:nvSpPr>
          <p:cNvPr id="6" name="">
            <a:extLst xmlns:a="http://schemas.openxmlformats.org/drawingml/2006/main">
              <a:ext uri="{FF2B5EF4-FFF2-40B4-BE49-F238E27FC236}">
                <a16:creationId xmlns:a16="http://schemas.microsoft.com/office/drawing/2014/main" id="{3A8362A2-13A5-43B0-9F5C-16D485F648FA}"/>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499C801-6D03-4489-8E7D-021A3AF82751}"/>
              </a:ext>
            </a:extLst>
          </p:cNvPr>
          <p:cNvSpPr>
            <a:spLocks xmlns:a="http://schemas.openxmlformats.org/drawingml/2006/main" noGrp="1"/>
          </p:cNvSpPr>
          <p:nvPr/>
        </p:nvSpPr>
        <p:spPr>
          <a:xfrm xmlns:a="http://schemas.openxmlformats.org/drawingml/2006/main">
            <a:off x="1409700" y="2181225"/>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Bucket: cloudnotes-starlight</a:t>
            </a:r>
          </a:p>
        </p:txBody>
      </p:sp>
      <p:sp>
        <p:nvSpPr>
          <p:cNvPr id="8" name="">
            <a:extLst xmlns:a="http://schemas.openxmlformats.org/drawingml/2006/main">
              <a:ext uri="{FF2B5EF4-FFF2-40B4-BE49-F238E27FC236}">
                <a16:creationId xmlns:a16="http://schemas.microsoft.com/office/drawing/2014/main" id="{49225D87-A874-401A-B78F-49610E7D968A}"/>
              </a:ext>
            </a:extLst>
          </p:cNvPr>
          <p:cNvSpPr>
            <a:spLocks xmlns:a="http://schemas.openxmlformats.org/drawingml/2006/main" noGrp="1"/>
          </p:cNvSpPr>
          <p:nvPr/>
        </p:nvSpPr>
        <p:spPr>
          <a:xfrm xmlns:a="http://schemas.openxmlformats.org/drawingml/2006/main">
            <a:off x="762000" y="30765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1051D99-CDC0-416B-AD34-73B8020301D5}"/>
              </a:ext>
            </a:extLst>
          </p:cNvPr>
          <p:cNvSpPr>
            <a:spLocks xmlns:a="http://schemas.openxmlformats.org/drawingml/2006/main" noGrp="1"/>
          </p:cNvSpPr>
          <p:nvPr/>
        </p:nvSpPr>
        <p:spPr>
          <a:xfrm xmlns:a="http://schemas.openxmlformats.org/drawingml/2006/main">
            <a:off x="1409700" y="3048000"/>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Region Sydney: ap-southeast-2</a:t>
            </a:r>
          </a:p>
        </p:txBody>
      </p:sp>
      <p:sp>
        <p:nvSpPr>
          <p:cNvPr id="10" name="">
            <a:extLst xmlns:a="http://schemas.openxmlformats.org/drawingml/2006/main">
              <a:ext uri="{FF2B5EF4-FFF2-40B4-BE49-F238E27FC236}">
                <a16:creationId xmlns:a16="http://schemas.microsoft.com/office/drawing/2014/main" id="{DF0800D1-1D4B-48CE-9A94-9E232CFF9712}"/>
              </a:ext>
            </a:extLst>
          </p:cNvPr>
          <p:cNvSpPr>
            <a:spLocks xmlns:a="http://schemas.openxmlformats.org/drawingml/2006/main" noGrp="1"/>
          </p:cNvSpPr>
          <p:nvPr/>
        </p:nvSpPr>
        <p:spPr>
          <a:xfrm xmlns:a="http://schemas.openxmlformats.org/drawingml/2006/main">
            <a:off x="762000" y="39433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40DE812-67FD-4EB7-8207-ACD9487FCE7A}"/>
              </a:ext>
            </a:extLst>
          </p:cNvPr>
          <p:cNvSpPr>
            <a:spLocks xmlns:a="http://schemas.openxmlformats.org/drawingml/2006/main" noGrp="1"/>
          </p:cNvSpPr>
          <p:nvPr/>
        </p:nvSpPr>
        <p:spPr>
          <a:xfrm xmlns:a="http://schemas.openxmlformats.org/drawingml/2006/main">
            <a:off x="1409700" y="3914775"/>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Versioning bật, S3 Standard, SSE-S3</a:t>
            </a:r>
          </a:p>
        </p:txBody>
      </p:sp>
      <p:sp>
        <p:nvSpPr>
          <p:cNvPr id="12" name="">
            <a:extLst xmlns:a="http://schemas.openxmlformats.org/drawingml/2006/main">
              <a:ext uri="{FF2B5EF4-FFF2-40B4-BE49-F238E27FC236}">
                <a16:creationId xmlns:a16="http://schemas.microsoft.com/office/drawing/2014/main" id="{8CD79275-C591-41C4-8CDD-A8986CE8D3F2}"/>
              </a:ext>
            </a:extLst>
          </p:cNvPr>
          <p:cNvSpPr>
            <a:spLocks xmlns:a="http://schemas.openxmlformats.org/drawingml/2006/main" noGrp="1"/>
          </p:cNvSpPr>
          <p:nvPr/>
        </p:nvSpPr>
        <p:spPr>
          <a:xfrm xmlns:a="http://schemas.openxmlformats.org/drawingml/2006/main">
            <a:off x="762000" y="48101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0FD607BF-8023-49FD-BA21-4BAA12305796}"/>
              </a:ext>
            </a:extLst>
          </p:cNvPr>
          <p:cNvSpPr>
            <a:spLocks xmlns:a="http://schemas.openxmlformats.org/drawingml/2006/main" noGrp="1"/>
          </p:cNvSpPr>
          <p:nvPr/>
        </p:nvSpPr>
        <p:spPr>
          <a:xfrm xmlns:a="http://schemas.openxmlformats.org/drawingml/2006/main">
            <a:off x="1409700" y="4781550"/>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Block Public Access bật, ACL disabled</a:t>
            </a:r>
          </a:p>
        </p:txBody>
      </p:sp>
      <p:pic>
        <p:nvPicPr>
          <p:cNvPr id="14" name="">
            <a:extLst xmlns:a="http://schemas.openxmlformats.org/drawingml/2006/main">
              <a:ext uri="{FF2B5EF4-FFF2-40B4-BE49-F238E27FC236}">
                <a16:creationId xmlns:a16="http://schemas.microsoft.com/office/drawing/2014/main" id="{2552942D-DC95-40D2-9E0B-6F14D19AC002}"/>
              </a:ext>
            </a:extLst>
          </p:cNvPr>
          <p:cNvPicPr>
            <a:picLocks xmlns:a="http://schemas.openxmlformats.org/drawingml/2006/main" noChangeAspect="1"/>
          </p:cNvPicPr>
          <p:nvPr/>
        </p:nvPicPr>
        <p:blipFill>
          <a:blip xmlns:r="http://schemas.openxmlformats.org/officeDocument/2006/relationships" xmlns:a="http://schemas.openxmlformats.org/drawingml/2006/main" r:embed="R4ee1fbb14011489f"/>
          <a:stretch xmlns:a="http://schemas.openxmlformats.org/drawingml/2006/main"/>
        </p:blipFill>
        <p:spPr>
          <a:xfrm xmlns:a="http://schemas.openxmlformats.org/drawingml/2006/main">
            <a:off x="5857875" y="2348508"/>
            <a:ext cx="5619750" cy="316110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6E50978-FE41-46C3-AAA5-B19C7B8C904E}"/>
              </a:ext>
            </a:extLst>
          </p:cNvPr>
          <p:cNvSpPr>
            <a:spLocks xmlns:a="http://schemas.openxmlformats.org/drawingml/2006/main" noGrp="1"/>
          </p:cNvSpPr>
          <p:nvPr/>
        </p:nvSpPr>
        <p:spPr>
          <a:xfrm xmlns:a="http://schemas.openxmlformats.org/drawingml/2006/main">
            <a:off x="5857875" y="5762625"/>
            <a:ext cx="561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00C7E5"/>
                </a:solidFill>
                <a:latin typeface="Arial"/>
                <a:ea typeface="Arial"/>
                <a:cs typeface="Arial"/>
              </a:defRPr>
            </a:defPPr>
            <a:lvl1pPr algn="ctr">
              <a:defRPr sz="1950" b="1">
                <a:solidFill>
                  <a:srgbClr val="00C7E5"/>
                </a:solidFill>
                <a:latin typeface="Arial"/>
                <a:ea typeface="Arial"/>
                <a:cs typeface="Arial"/>
              </a:defRPr>
            </a:lvl1pPr>
            <a:lvl2pPr algn="ctr">
              <a:defRPr sz="1950" b="1">
                <a:solidFill>
                  <a:srgbClr val="00C7E5"/>
                </a:solidFill>
                <a:latin typeface="Arial"/>
                <a:ea typeface="Arial"/>
                <a:cs typeface="Arial"/>
              </a:defRPr>
            </a:lvl2pPr>
            <a:lvl3pPr algn="ctr">
              <a:defRPr sz="1950" b="1">
                <a:solidFill>
                  <a:srgbClr val="00C7E5"/>
                </a:solidFill>
                <a:latin typeface="Arial"/>
                <a:ea typeface="Arial"/>
                <a:cs typeface="Arial"/>
              </a:defRPr>
            </a:lvl3pPr>
            <a:lvl4pPr algn="ctr">
              <a:defRPr sz="1950" b="1">
                <a:solidFill>
                  <a:srgbClr val="00C7E5"/>
                </a:solidFill>
                <a:latin typeface="Arial"/>
                <a:ea typeface="Arial"/>
                <a:cs typeface="Arial"/>
              </a:defRPr>
            </a:lvl4pPr>
            <a:lvl5pPr algn="ctr">
              <a:defRPr sz="1950" b="1">
                <a:solidFill>
                  <a:srgbClr val="00C7E5"/>
                </a:solidFill>
                <a:latin typeface="Arial"/>
                <a:ea typeface="Arial"/>
                <a:cs typeface="Arial"/>
              </a:defRPr>
            </a:lvl5pPr>
            <a:lvl6pPr algn="ctr">
              <a:defRPr sz="1950" b="1">
                <a:solidFill>
                  <a:srgbClr val="00C7E5"/>
                </a:solidFill>
                <a:latin typeface="Arial"/>
                <a:ea typeface="Arial"/>
                <a:cs typeface="Arial"/>
              </a:defRPr>
            </a:lvl6pPr>
            <a:lvl7pPr algn="ctr">
              <a:defRPr sz="1950" b="1">
                <a:solidFill>
                  <a:srgbClr val="00C7E5"/>
                </a:solidFill>
                <a:latin typeface="Arial"/>
                <a:ea typeface="Arial"/>
                <a:cs typeface="Arial"/>
              </a:defRPr>
            </a:lvl7pPr>
            <a:lvl8pPr algn="ctr">
              <a:defRPr sz="1950" b="1">
                <a:solidFill>
                  <a:srgbClr val="00C7E5"/>
                </a:solidFill>
                <a:latin typeface="Arial"/>
                <a:ea typeface="Arial"/>
                <a:cs typeface="Arial"/>
              </a:defRPr>
            </a:lvl8pPr>
            <a:lvl9pPr algn="ctr">
              <a:defRPr sz="1950" b="1">
                <a:solidFill>
                  <a:srgbClr val="00C7E5"/>
                </a:solidFill>
                <a:latin typeface="Arial"/>
                <a:ea typeface="Arial"/>
                <a:cs typeface="Arial"/>
              </a:defRPr>
            </a:lvl9pPr>
          </a:lstStyle>
          <a:p xmlns:a="http://schemas.openxmlformats.org/drawingml/2006/main">
            <a:pPr algn="ctr">
              <a:defRPr sz="1950" b="1">
                <a:solidFill>
                  <a:srgbClr val="00C7E5"/>
                </a:solidFill>
                <a:latin typeface="Arial"/>
                <a:ea typeface="Arial"/>
                <a:cs typeface="Arial"/>
              </a:defRPr>
            </a:pPr>
            <a:r>
              <a:rPr sz="1950" b="1">
                <a:solidFill>
                  <a:srgbClr val="00C7E5"/>
                </a:solidFill>
                <a:latin typeface="Arial"/>
                <a:ea typeface="Arial"/>
                <a:cs typeface="Arial"/>
              </a:rPr>
              <a:t>Versioning: Enabled</a:t>
            </a:r>
          </a:p>
        </p:txBody>
      </p:sp>
    </p:spTree>
    <p:extLst>
      <p:ext uri="{BB962C8B-B14F-4D97-AF65-F5344CB8AC3E}">
        <p14:creationId xmlns:p14="http://schemas.microsoft.com/office/powerpoint/2010/main" val="1557497091"/>
      </p:ext>
    </p:extLst>
  </p:cSld>
</p:sld>
</file>

<file path=ppt/slides/slide38.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961D28A-C865-4F7E-969E-DE072764FC43}"/>
              </a:ext>
            </a:extLst>
          </p:cNvPr>
          <p:cNvPicPr>
            <a:picLocks xmlns:a="http://schemas.openxmlformats.org/drawingml/2006/main" noChangeAspect="1"/>
          </p:cNvPicPr>
          <p:nvPr/>
        </p:nvPicPr>
        <p:blipFill>
          <a:blip xmlns:r="http://schemas.openxmlformats.org/officeDocument/2006/relationships" xmlns:a="http://schemas.openxmlformats.org/drawingml/2006/main" r:embed="R7c71dc116adf49a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C86809-D63F-4495-AB28-872AD45045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4C955B7E-9705-48DA-8AB0-7E2EDB680DA1}"/>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Demo 1: Upload và download</a:t>
            </a:r>
          </a:p>
        </p:txBody>
      </p:sp>
      <p:sp>
        <p:nvSpPr>
          <p:cNvPr id="4" name="">
            <a:extLst xmlns:a="http://schemas.openxmlformats.org/drawingml/2006/main">
              <a:ext uri="{FF2B5EF4-FFF2-40B4-BE49-F238E27FC236}">
                <a16:creationId xmlns:a16="http://schemas.microsoft.com/office/drawing/2014/main" id="{EEFA44CC-4E24-4864-9D7C-2C1C2DB45D5B}"/>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16B9B1B2-D2CB-4EB3-A25D-7D2BF3D74589}"/>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38 / 45</a:t>
            </a:r>
          </a:p>
        </p:txBody>
      </p:sp>
      <p:sp>
        <p:nvSpPr>
          <p:cNvPr id="6" name="">
            <a:extLst xmlns:a="http://schemas.openxmlformats.org/drawingml/2006/main">
              <a:ext uri="{FF2B5EF4-FFF2-40B4-BE49-F238E27FC236}">
                <a16:creationId xmlns:a16="http://schemas.microsoft.com/office/drawing/2014/main" id="{706143F2-7587-4A3F-98DB-DE427B83D541}"/>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5053FD4-810F-4159-9F4D-F0A3B6CEE338}"/>
              </a:ext>
            </a:extLst>
          </p:cNvPr>
          <p:cNvSpPr>
            <a:spLocks xmlns:a="http://schemas.openxmlformats.org/drawingml/2006/main" noGrp="1"/>
          </p:cNvSpPr>
          <p:nvPr/>
        </p:nvSpPr>
        <p:spPr>
          <a:xfrm xmlns:a="http://schemas.openxmlformats.org/drawingml/2006/main">
            <a:off x="1409700" y="2181225"/>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Upload samples/v1/ke-hoach-nhom.txt</a:t>
            </a:r>
          </a:p>
        </p:txBody>
      </p:sp>
      <p:sp>
        <p:nvSpPr>
          <p:cNvPr id="8" name="">
            <a:extLst xmlns:a="http://schemas.openxmlformats.org/drawingml/2006/main">
              <a:ext uri="{FF2B5EF4-FFF2-40B4-BE49-F238E27FC236}">
                <a16:creationId xmlns:a16="http://schemas.microsoft.com/office/drawing/2014/main" id="{D3B6753F-8F65-411E-9649-102C97E146DC}"/>
              </a:ext>
            </a:extLst>
          </p:cNvPr>
          <p:cNvSpPr>
            <a:spLocks xmlns:a="http://schemas.openxmlformats.org/drawingml/2006/main" noGrp="1"/>
          </p:cNvSpPr>
          <p:nvPr/>
        </p:nvSpPr>
        <p:spPr>
          <a:xfrm xmlns:a="http://schemas.openxmlformats.org/drawingml/2006/main">
            <a:off x="762000" y="30765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9605FEEB-5FE4-46D3-822A-444963E8F24E}"/>
              </a:ext>
            </a:extLst>
          </p:cNvPr>
          <p:cNvSpPr>
            <a:spLocks xmlns:a="http://schemas.openxmlformats.org/drawingml/2006/main" noGrp="1"/>
          </p:cNvSpPr>
          <p:nvPr/>
        </p:nvSpPr>
        <p:spPr>
          <a:xfrm xmlns:a="http://schemas.openxmlformats.org/drawingml/2006/main">
            <a:off x="1409700" y="3048000"/>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Quan sát object 305 byte trong bucket</a:t>
            </a:r>
          </a:p>
        </p:txBody>
      </p:sp>
      <p:sp>
        <p:nvSpPr>
          <p:cNvPr id="10" name="">
            <a:extLst xmlns:a="http://schemas.openxmlformats.org/drawingml/2006/main">
              <a:ext uri="{FF2B5EF4-FFF2-40B4-BE49-F238E27FC236}">
                <a16:creationId xmlns:a16="http://schemas.microsoft.com/office/drawing/2014/main" id="{3B3A8AA0-0FD0-47B1-909D-F41E73D5EF82}"/>
              </a:ext>
            </a:extLst>
          </p:cNvPr>
          <p:cNvSpPr>
            <a:spLocks xmlns:a="http://schemas.openxmlformats.org/drawingml/2006/main" noGrp="1"/>
          </p:cNvSpPr>
          <p:nvPr/>
        </p:nvSpPr>
        <p:spPr>
          <a:xfrm xmlns:a="http://schemas.openxmlformats.org/drawingml/2006/main">
            <a:off x="762000" y="394335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5A753EE-22DB-41C2-97F1-F1C0494CF2A0}"/>
              </a:ext>
            </a:extLst>
          </p:cNvPr>
          <p:cNvSpPr>
            <a:spLocks xmlns:a="http://schemas.openxmlformats.org/drawingml/2006/main" noGrp="1"/>
          </p:cNvSpPr>
          <p:nvPr/>
        </p:nvSpPr>
        <p:spPr>
          <a:xfrm xmlns:a="http://schemas.openxmlformats.org/drawingml/2006/main">
            <a:off x="1409700" y="3914775"/>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Download và mở tệp để đối chiếu</a:t>
            </a:r>
          </a:p>
        </p:txBody>
      </p:sp>
      <p:sp>
        <p:nvSpPr>
          <p:cNvPr id="12" name="">
            <a:extLst xmlns:a="http://schemas.openxmlformats.org/drawingml/2006/main">
              <a:ext uri="{FF2B5EF4-FFF2-40B4-BE49-F238E27FC236}">
                <a16:creationId xmlns:a16="http://schemas.microsoft.com/office/drawing/2014/main" id="{8514D8D5-DD14-4349-A82E-DCEE848814C8}"/>
              </a:ext>
            </a:extLst>
          </p:cNvPr>
          <p:cNvSpPr>
            <a:spLocks xmlns:a="http://schemas.openxmlformats.org/drawingml/2006/main" noGrp="1"/>
          </p:cNvSpPr>
          <p:nvPr/>
        </p:nvSpPr>
        <p:spPr>
          <a:xfrm xmlns:a="http://schemas.openxmlformats.org/drawingml/2006/main">
            <a:off x="762000" y="481012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21268B10-6AFA-484D-86E8-67EA1446EF0D}"/>
              </a:ext>
            </a:extLst>
          </p:cNvPr>
          <p:cNvSpPr>
            <a:spLocks xmlns:a="http://schemas.openxmlformats.org/drawingml/2006/main" noGrp="1"/>
          </p:cNvSpPr>
          <p:nvPr/>
        </p:nvSpPr>
        <p:spPr>
          <a:xfrm xmlns:a="http://schemas.openxmlformats.org/drawingml/2006/main">
            <a:off x="1409700" y="4781550"/>
            <a:ext cx="42576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4F8FC"/>
                </a:solidFill>
                <a:latin typeface="Arial"/>
                <a:ea typeface="Arial"/>
                <a:cs typeface="Arial"/>
              </a:defRPr>
            </a:defPPr>
            <a:lvl1pPr algn="l">
              <a:defRPr sz="2100" b="0">
                <a:solidFill>
                  <a:srgbClr val="F4F8FC"/>
                </a:solidFill>
                <a:latin typeface="Arial"/>
                <a:ea typeface="Arial"/>
                <a:cs typeface="Arial"/>
              </a:defRPr>
            </a:lvl1pPr>
            <a:lvl2pPr algn="l">
              <a:defRPr sz="2100" b="0">
                <a:solidFill>
                  <a:srgbClr val="F4F8FC"/>
                </a:solidFill>
                <a:latin typeface="Arial"/>
                <a:ea typeface="Arial"/>
                <a:cs typeface="Arial"/>
              </a:defRPr>
            </a:lvl2pPr>
            <a:lvl3pPr algn="l">
              <a:defRPr sz="2100" b="0">
                <a:solidFill>
                  <a:srgbClr val="F4F8FC"/>
                </a:solidFill>
                <a:latin typeface="Arial"/>
                <a:ea typeface="Arial"/>
                <a:cs typeface="Arial"/>
              </a:defRPr>
            </a:lvl3pPr>
            <a:lvl4pPr algn="l">
              <a:defRPr sz="2100" b="0">
                <a:solidFill>
                  <a:srgbClr val="F4F8FC"/>
                </a:solidFill>
                <a:latin typeface="Arial"/>
                <a:ea typeface="Arial"/>
                <a:cs typeface="Arial"/>
              </a:defRPr>
            </a:lvl4pPr>
            <a:lvl5pPr algn="l">
              <a:defRPr sz="2100" b="0">
                <a:solidFill>
                  <a:srgbClr val="F4F8FC"/>
                </a:solidFill>
                <a:latin typeface="Arial"/>
                <a:ea typeface="Arial"/>
                <a:cs typeface="Arial"/>
              </a:defRPr>
            </a:lvl5pPr>
            <a:lvl6pPr algn="l">
              <a:defRPr sz="2100" b="0">
                <a:solidFill>
                  <a:srgbClr val="F4F8FC"/>
                </a:solidFill>
                <a:latin typeface="Arial"/>
                <a:ea typeface="Arial"/>
                <a:cs typeface="Arial"/>
              </a:defRPr>
            </a:lvl6pPr>
            <a:lvl7pPr algn="l">
              <a:defRPr sz="2100" b="0">
                <a:solidFill>
                  <a:srgbClr val="F4F8FC"/>
                </a:solidFill>
                <a:latin typeface="Arial"/>
                <a:ea typeface="Arial"/>
                <a:cs typeface="Arial"/>
              </a:defRPr>
            </a:lvl7pPr>
            <a:lvl8pPr algn="l">
              <a:defRPr sz="2100" b="0">
                <a:solidFill>
                  <a:srgbClr val="F4F8FC"/>
                </a:solidFill>
                <a:latin typeface="Arial"/>
                <a:ea typeface="Arial"/>
                <a:cs typeface="Arial"/>
              </a:defRPr>
            </a:lvl8pPr>
            <a:lvl9pPr algn="l">
              <a:defRPr sz="2100" b="0">
                <a:solidFill>
                  <a:srgbClr val="F4F8FC"/>
                </a:solidFill>
                <a:latin typeface="Arial"/>
                <a:ea typeface="Arial"/>
                <a:cs typeface="Arial"/>
              </a:defRPr>
            </a:lvl9pPr>
          </a:lstStyle>
          <a:p xmlns:a="http://schemas.openxmlformats.org/drawingml/2006/main">
            <a:pPr algn="l">
              <a:defRPr sz="2100" b="0">
                <a:solidFill>
                  <a:srgbClr val="F4F8FC"/>
                </a:solidFill>
                <a:latin typeface="Arial"/>
                <a:ea typeface="Arial"/>
                <a:cs typeface="Arial"/>
              </a:defRPr>
            </a:pPr>
            <a:r>
              <a:rPr sz="2100" b="0">
                <a:solidFill>
                  <a:srgbClr val="F4F8FC"/>
                </a:solidFill>
                <a:latin typeface="Arial"/>
                <a:ea typeface="Arial"/>
                <a:cs typeface="Arial"/>
              </a:rPr>
              <a:t>Nội dung đúng: Thu Sau, 14:00</a:t>
            </a:r>
          </a:p>
        </p:txBody>
      </p:sp>
      <p:pic>
        <p:nvPicPr>
          <p:cNvPr id="14" name="">
            <a:extLst xmlns:a="http://schemas.openxmlformats.org/drawingml/2006/main">
              <a:ext uri="{FF2B5EF4-FFF2-40B4-BE49-F238E27FC236}">
                <a16:creationId xmlns:a16="http://schemas.microsoft.com/office/drawing/2014/main" id="{1F87A008-E9D2-4A97-B816-5C9CBE5CCDFB}"/>
              </a:ext>
            </a:extLst>
          </p:cNvPr>
          <p:cNvPicPr>
            <a:picLocks xmlns:a="http://schemas.openxmlformats.org/drawingml/2006/main" noChangeAspect="1"/>
          </p:cNvPicPr>
          <p:nvPr/>
        </p:nvPicPr>
        <p:blipFill>
          <a:blip xmlns:r="http://schemas.openxmlformats.org/officeDocument/2006/relationships" xmlns:a="http://schemas.openxmlformats.org/drawingml/2006/main" r:embed="R2d1f2282bc0346f2"/>
          <a:stretch xmlns:a="http://schemas.openxmlformats.org/drawingml/2006/main"/>
        </p:blipFill>
        <p:spPr>
          <a:xfrm xmlns:a="http://schemas.openxmlformats.org/drawingml/2006/main">
            <a:off x="5857875" y="2348508"/>
            <a:ext cx="5619750" cy="316110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1AC0511-1CF8-4AFC-8F58-7C8E084882F6}"/>
              </a:ext>
            </a:extLst>
          </p:cNvPr>
          <p:cNvSpPr>
            <a:spLocks xmlns:a="http://schemas.openxmlformats.org/drawingml/2006/main" noGrp="1"/>
          </p:cNvSpPr>
          <p:nvPr/>
        </p:nvSpPr>
        <p:spPr>
          <a:xfrm xmlns:a="http://schemas.openxmlformats.org/drawingml/2006/main">
            <a:off x="5857875" y="5762625"/>
            <a:ext cx="5619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00C7E5"/>
                </a:solidFill>
                <a:latin typeface="Arial"/>
                <a:ea typeface="Arial"/>
                <a:cs typeface="Arial"/>
              </a:defRPr>
            </a:defPPr>
            <a:lvl1pPr algn="ctr">
              <a:defRPr sz="1950" b="1">
                <a:solidFill>
                  <a:srgbClr val="00C7E5"/>
                </a:solidFill>
                <a:latin typeface="Arial"/>
                <a:ea typeface="Arial"/>
                <a:cs typeface="Arial"/>
              </a:defRPr>
            </a:lvl1pPr>
            <a:lvl2pPr algn="ctr">
              <a:defRPr sz="1950" b="1">
                <a:solidFill>
                  <a:srgbClr val="00C7E5"/>
                </a:solidFill>
                <a:latin typeface="Arial"/>
                <a:ea typeface="Arial"/>
                <a:cs typeface="Arial"/>
              </a:defRPr>
            </a:lvl2pPr>
            <a:lvl3pPr algn="ctr">
              <a:defRPr sz="1950" b="1">
                <a:solidFill>
                  <a:srgbClr val="00C7E5"/>
                </a:solidFill>
                <a:latin typeface="Arial"/>
                <a:ea typeface="Arial"/>
                <a:cs typeface="Arial"/>
              </a:defRPr>
            </a:lvl3pPr>
            <a:lvl4pPr algn="ctr">
              <a:defRPr sz="1950" b="1">
                <a:solidFill>
                  <a:srgbClr val="00C7E5"/>
                </a:solidFill>
                <a:latin typeface="Arial"/>
                <a:ea typeface="Arial"/>
                <a:cs typeface="Arial"/>
              </a:defRPr>
            </a:lvl4pPr>
            <a:lvl5pPr algn="ctr">
              <a:defRPr sz="1950" b="1">
                <a:solidFill>
                  <a:srgbClr val="00C7E5"/>
                </a:solidFill>
                <a:latin typeface="Arial"/>
                <a:ea typeface="Arial"/>
                <a:cs typeface="Arial"/>
              </a:defRPr>
            </a:lvl5pPr>
            <a:lvl6pPr algn="ctr">
              <a:defRPr sz="1950" b="1">
                <a:solidFill>
                  <a:srgbClr val="00C7E5"/>
                </a:solidFill>
                <a:latin typeface="Arial"/>
                <a:ea typeface="Arial"/>
                <a:cs typeface="Arial"/>
              </a:defRPr>
            </a:lvl6pPr>
            <a:lvl7pPr algn="ctr">
              <a:defRPr sz="1950" b="1">
                <a:solidFill>
                  <a:srgbClr val="00C7E5"/>
                </a:solidFill>
                <a:latin typeface="Arial"/>
                <a:ea typeface="Arial"/>
                <a:cs typeface="Arial"/>
              </a:defRPr>
            </a:lvl7pPr>
            <a:lvl8pPr algn="ctr">
              <a:defRPr sz="1950" b="1">
                <a:solidFill>
                  <a:srgbClr val="00C7E5"/>
                </a:solidFill>
                <a:latin typeface="Arial"/>
                <a:ea typeface="Arial"/>
                <a:cs typeface="Arial"/>
              </a:defRPr>
            </a:lvl8pPr>
            <a:lvl9pPr algn="ctr">
              <a:defRPr sz="1950" b="1">
                <a:solidFill>
                  <a:srgbClr val="00C7E5"/>
                </a:solidFill>
                <a:latin typeface="Arial"/>
                <a:ea typeface="Arial"/>
                <a:cs typeface="Arial"/>
              </a:defRPr>
            </a:lvl9pPr>
          </a:lstStyle>
          <a:p xmlns:a="http://schemas.openxmlformats.org/drawingml/2006/main">
            <a:pPr algn="ctr">
              <a:defRPr sz="1950" b="1">
                <a:solidFill>
                  <a:srgbClr val="00C7E5"/>
                </a:solidFill>
                <a:latin typeface="Arial"/>
                <a:ea typeface="Arial"/>
                <a:cs typeface="Arial"/>
              </a:defRPr>
            </a:pPr>
            <a:r>
              <a:rPr sz="1950" b="1">
                <a:solidFill>
                  <a:srgbClr val="00C7E5"/>
                </a:solidFill>
                <a:latin typeface="Arial"/>
                <a:ea typeface="Arial"/>
                <a:cs typeface="Arial"/>
              </a:rPr>
              <a:t>Upload v1 thành công: 305 byte</a:t>
            </a:r>
          </a:p>
        </p:txBody>
      </p:sp>
    </p:spTree>
    <p:extLst>
      <p:ext uri="{BB962C8B-B14F-4D97-AF65-F5344CB8AC3E}">
        <p14:creationId xmlns:p14="http://schemas.microsoft.com/office/powerpoint/2010/main" val="1338872495"/>
      </p:ext>
    </p:extLst>
  </p:cSld>
</p:sld>
</file>

<file path=ppt/slides/slide39.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0FA073C-7D46-4B8B-9B09-F2744D41942D}"/>
              </a:ext>
            </a:extLst>
          </p:cNvPr>
          <p:cNvPicPr>
            <a:picLocks xmlns:a="http://schemas.openxmlformats.org/drawingml/2006/main" noChangeAspect="1"/>
          </p:cNvPicPr>
          <p:nvPr/>
        </p:nvPicPr>
        <p:blipFill>
          <a:blip xmlns:r="http://schemas.openxmlformats.org/officeDocument/2006/relationships" xmlns:a="http://schemas.openxmlformats.org/drawingml/2006/main" r:embed="Ra9931fd628724bd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A7DE3F-ABFC-4C8E-A8A8-139D721A85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7AC6C941-D265-4FB5-ACC7-DB4D1D5040A6}"/>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Demo 2: Mô phỏng ghi đè nhầm</a:t>
            </a:r>
          </a:p>
        </p:txBody>
      </p:sp>
      <p:sp>
        <p:nvSpPr>
          <p:cNvPr id="4" name="">
            <a:extLst xmlns:a="http://schemas.openxmlformats.org/drawingml/2006/main">
              <a:ext uri="{FF2B5EF4-FFF2-40B4-BE49-F238E27FC236}">
                <a16:creationId xmlns:a16="http://schemas.microsoft.com/office/drawing/2014/main" id="{FBE2D846-0FD1-406C-82DC-3CDD9B1A90E5}"/>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92DE137C-4568-42F0-B104-FF7AB543CF33}"/>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39 / 45</a:t>
            </a:r>
          </a:p>
        </p:txBody>
      </p:sp>
      <p:pic>
        <p:nvPicPr>
          <p:cNvPr id="6" name="">
            <a:extLst xmlns:a="http://schemas.openxmlformats.org/drawingml/2006/main">
              <a:ext uri="{FF2B5EF4-FFF2-40B4-BE49-F238E27FC236}">
                <a16:creationId xmlns:a16="http://schemas.microsoft.com/office/drawing/2014/main" id="{BAF855C6-7D4A-4D44-85DD-9ACBA603DF62}"/>
              </a:ext>
            </a:extLst>
          </p:cNvPr>
          <p:cNvPicPr>
            <a:picLocks xmlns:a="http://schemas.openxmlformats.org/drawingml/2006/main" noChangeAspect="1"/>
          </p:cNvPicPr>
          <p:nvPr/>
        </p:nvPicPr>
        <p:blipFill>
          <a:blip xmlns:r="http://schemas.openxmlformats.org/officeDocument/2006/relationships" xmlns:a="http://schemas.openxmlformats.org/drawingml/2006/main" r:embed="R4784c40e3beb4b6a"/>
          <a:stretch xmlns:a="http://schemas.openxmlformats.org/drawingml/2006/main"/>
        </p:blipFill>
        <p:spPr>
          <a:xfrm xmlns:a="http://schemas.openxmlformats.org/drawingml/2006/main">
            <a:off x="3005667" y="2000250"/>
            <a:ext cx="6180667" cy="3476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E24D30-85A2-41DE-8332-B80D6316DCA4}"/>
              </a:ext>
            </a:extLst>
          </p:cNvPr>
          <p:cNvSpPr>
            <a:spLocks xmlns:a="http://schemas.openxmlformats.org/drawingml/2006/main" noGrp="1"/>
          </p:cNvSpPr>
          <p:nvPr/>
        </p:nvSpPr>
        <p:spPr>
          <a:xfrm xmlns:a="http://schemas.openxmlformats.org/drawingml/2006/main">
            <a:off x="781050" y="563880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C7E5"/>
                </a:solidFill>
                <a:latin typeface="Arial"/>
                <a:ea typeface="Arial"/>
                <a:cs typeface="Arial"/>
              </a:defRPr>
            </a:defPPr>
            <a:lvl1pPr algn="l">
              <a:defRPr sz="2550" b="1">
                <a:solidFill>
                  <a:srgbClr val="00C7E5"/>
                </a:solidFill>
                <a:latin typeface="Arial"/>
                <a:ea typeface="Arial"/>
                <a:cs typeface="Arial"/>
              </a:defRPr>
            </a:lvl1pPr>
            <a:lvl2pPr algn="l">
              <a:defRPr sz="2550" b="1">
                <a:solidFill>
                  <a:srgbClr val="00C7E5"/>
                </a:solidFill>
                <a:latin typeface="Arial"/>
                <a:ea typeface="Arial"/>
                <a:cs typeface="Arial"/>
              </a:defRPr>
            </a:lvl2pPr>
            <a:lvl3pPr algn="l">
              <a:defRPr sz="2550" b="1">
                <a:solidFill>
                  <a:srgbClr val="00C7E5"/>
                </a:solidFill>
                <a:latin typeface="Arial"/>
                <a:ea typeface="Arial"/>
                <a:cs typeface="Arial"/>
              </a:defRPr>
            </a:lvl3pPr>
            <a:lvl4pPr algn="l">
              <a:defRPr sz="2550" b="1">
                <a:solidFill>
                  <a:srgbClr val="00C7E5"/>
                </a:solidFill>
                <a:latin typeface="Arial"/>
                <a:ea typeface="Arial"/>
                <a:cs typeface="Arial"/>
              </a:defRPr>
            </a:lvl4pPr>
            <a:lvl5pPr algn="l">
              <a:defRPr sz="2550" b="1">
                <a:solidFill>
                  <a:srgbClr val="00C7E5"/>
                </a:solidFill>
                <a:latin typeface="Arial"/>
                <a:ea typeface="Arial"/>
                <a:cs typeface="Arial"/>
              </a:defRPr>
            </a:lvl5pPr>
            <a:lvl6pPr algn="l">
              <a:defRPr sz="2550" b="1">
                <a:solidFill>
                  <a:srgbClr val="00C7E5"/>
                </a:solidFill>
                <a:latin typeface="Arial"/>
                <a:ea typeface="Arial"/>
                <a:cs typeface="Arial"/>
              </a:defRPr>
            </a:lvl6pPr>
            <a:lvl7pPr algn="l">
              <a:defRPr sz="2550" b="1">
                <a:solidFill>
                  <a:srgbClr val="00C7E5"/>
                </a:solidFill>
                <a:latin typeface="Arial"/>
                <a:ea typeface="Arial"/>
                <a:cs typeface="Arial"/>
              </a:defRPr>
            </a:lvl7pPr>
            <a:lvl8pPr algn="l">
              <a:defRPr sz="2550" b="1">
                <a:solidFill>
                  <a:srgbClr val="00C7E5"/>
                </a:solidFill>
                <a:latin typeface="Arial"/>
                <a:ea typeface="Arial"/>
                <a:cs typeface="Arial"/>
              </a:defRPr>
            </a:lvl8pPr>
            <a:lvl9pPr algn="l">
              <a:defRPr sz="2550" b="1">
                <a:solidFill>
                  <a:srgbClr val="00C7E5"/>
                </a:solidFill>
                <a:latin typeface="Arial"/>
                <a:ea typeface="Arial"/>
                <a:cs typeface="Arial"/>
              </a:defRPr>
            </a:lvl9pPr>
          </a:lstStyle>
          <a:p xmlns:a="http://schemas.openxmlformats.org/drawingml/2006/main">
            <a:pPr algn="l">
              <a:defRPr sz="2550" b="1">
                <a:solidFill>
                  <a:srgbClr val="00C7E5"/>
                </a:solidFill>
                <a:latin typeface="Arial"/>
                <a:ea typeface="Arial"/>
                <a:cs typeface="Arial"/>
              </a:defRPr>
            </a:pPr>
            <a:r>
              <a:rPr sz="2550" b="1">
                <a:solidFill>
                  <a:srgbClr val="00C7E5"/>
                </a:solidFill>
                <a:latin typeface="Arial"/>
                <a:ea typeface="Arial"/>
                <a:cs typeface="Arial"/>
              </a:rPr>
              <a:t>Cùng key, các Version ID khác nhau</a:t>
            </a:r>
          </a:p>
        </p:txBody>
      </p:sp>
    </p:spTree>
    <p:extLst>
      <p:ext uri="{BB962C8B-B14F-4D97-AF65-F5344CB8AC3E}">
        <p14:creationId xmlns:p14="http://schemas.microsoft.com/office/powerpoint/2010/main" val="437990673"/>
      </p:ext>
    </p:extLst>
  </p:cSld>
</p:sld>
</file>

<file path=ppt/slides/slide40.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DA121D07-4090-44CE-9AB8-F710876BD38C}"/>
              </a:ext>
            </a:extLst>
          </p:cNvPr>
          <p:cNvPicPr>
            <a:picLocks xmlns:a="http://schemas.openxmlformats.org/drawingml/2006/main" noChangeAspect="1"/>
          </p:cNvPicPr>
          <p:nvPr/>
        </p:nvPicPr>
        <p:blipFill>
          <a:blip xmlns:r="http://schemas.openxmlformats.org/officeDocument/2006/relationships" xmlns:a="http://schemas.openxmlformats.org/drawingml/2006/main" r:embed="Rfac4aedbf0d744c3"/>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1D67BB-48FF-49DE-A2AF-8D81EC5E47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5607A43B-A1AE-4E80-A786-C100AACF9E74}"/>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Phục hồi nội dung v1 thành v3</a:t>
            </a:r>
          </a:p>
        </p:txBody>
      </p:sp>
      <p:sp>
        <p:nvSpPr>
          <p:cNvPr id="4" name="">
            <a:extLst xmlns:a="http://schemas.openxmlformats.org/drawingml/2006/main">
              <a:ext uri="{FF2B5EF4-FFF2-40B4-BE49-F238E27FC236}">
                <a16:creationId xmlns:a16="http://schemas.microsoft.com/office/drawing/2014/main" id="{40C79B9A-9EB9-4306-9778-1EC05B0B8EB0}"/>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4F5A3EA7-68C4-47CE-9F08-E44516C6E42F}"/>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40 / 45</a:t>
            </a:r>
          </a:p>
        </p:txBody>
      </p:sp>
      <p:sp>
        <p:nvSpPr>
          <p:cNvPr id="6" name="">
            <a:extLst xmlns:a="http://schemas.openxmlformats.org/drawingml/2006/main">
              <a:ext uri="{FF2B5EF4-FFF2-40B4-BE49-F238E27FC236}">
                <a16:creationId xmlns:a16="http://schemas.microsoft.com/office/drawing/2014/main" id="{A1D2FD23-4745-4F62-9048-0D78E3230D8D}"/>
              </a:ext>
            </a:extLst>
          </p:cNvPr>
          <p:cNvSpPr>
            <a:spLocks xmlns:a="http://schemas.openxmlformats.org/drawingml/2006/main" noGrp="1"/>
          </p:cNvSpPr>
          <p:nvPr/>
        </p:nvSpPr>
        <p:spPr>
          <a:xfrm xmlns:a="http://schemas.openxmlformats.org/drawingml/2006/main">
            <a:off x="762000" y="2152650"/>
            <a:ext cx="3143250" cy="847725"/>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7" name="">
            <a:extLst xmlns:a="http://schemas.openxmlformats.org/drawingml/2006/main">
              <a:ext uri="{FF2B5EF4-FFF2-40B4-BE49-F238E27FC236}">
                <a16:creationId xmlns:a16="http://schemas.microsoft.com/office/drawing/2014/main" id="{433BA24B-7689-4BA8-8C41-71FB13701446}"/>
              </a:ext>
            </a:extLst>
          </p:cNvPr>
          <p:cNvSpPr>
            <a:spLocks xmlns:a="http://schemas.openxmlformats.org/drawingml/2006/main" noGrp="1"/>
          </p:cNvSpPr>
          <p:nvPr/>
        </p:nvSpPr>
        <p:spPr>
          <a:xfrm xmlns:a="http://schemas.openxmlformats.org/drawingml/2006/main">
            <a:off x="895350" y="2343150"/>
            <a:ext cx="28765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v1: 14:00</a:t>
            </a:r>
          </a:p>
        </p:txBody>
      </p:sp>
      <p:sp>
        <p:nvSpPr>
          <p:cNvPr id="8" name="">
            <a:extLst xmlns:a="http://schemas.openxmlformats.org/drawingml/2006/main">
              <a:ext uri="{FF2B5EF4-FFF2-40B4-BE49-F238E27FC236}">
                <a16:creationId xmlns:a16="http://schemas.microsoft.com/office/drawing/2014/main" id="{1B024053-9F66-473B-B20C-D484477BE8AE}"/>
              </a:ext>
            </a:extLst>
          </p:cNvPr>
          <p:cNvSpPr>
            <a:spLocks xmlns:a="http://schemas.openxmlformats.org/drawingml/2006/main" noGrp="1"/>
          </p:cNvSpPr>
          <p:nvPr/>
        </p:nvSpPr>
        <p:spPr>
          <a:xfrm xmlns:a="http://schemas.openxmlformats.org/drawingml/2006/main">
            <a:off x="4524375" y="2152650"/>
            <a:ext cx="3143250" cy="847725"/>
          </a:xfrm>
          <a:prstGeom xmlns:a="http://schemas.openxmlformats.org/drawingml/2006/main" prst="rect">
            <a:avLst/>
          </a:prstGeom>
          <a:solidFill xmlns:a="http://schemas.openxmlformats.org/drawingml/2006/main">
            <a:srgbClr val="092434"/>
          </a:solidFill>
          <a:ln xmlns:a="http://schemas.openxmlformats.org/drawingml/2006/main" w="14288">
            <a:solidFill>
              <a:srgbClr val="00C7E5"/>
            </a:solidFill>
            <a:prstDash val="solid"/>
          </a:ln>
        </p:spPr>
      </p:sp>
      <p:sp>
        <p:nvSpPr>
          <p:cNvPr id="9" name="">
            <a:extLst xmlns:a="http://schemas.openxmlformats.org/drawingml/2006/main">
              <a:ext uri="{FF2B5EF4-FFF2-40B4-BE49-F238E27FC236}">
                <a16:creationId xmlns:a16="http://schemas.microsoft.com/office/drawing/2014/main" id="{4B65D926-BD05-4C6B-805A-0EAABC447A80}"/>
              </a:ext>
            </a:extLst>
          </p:cNvPr>
          <p:cNvSpPr>
            <a:spLocks xmlns:a="http://schemas.openxmlformats.org/drawingml/2006/main" noGrp="1"/>
          </p:cNvSpPr>
          <p:nvPr/>
        </p:nvSpPr>
        <p:spPr>
          <a:xfrm xmlns:a="http://schemas.openxmlformats.org/drawingml/2006/main">
            <a:off x="4657725" y="2343150"/>
            <a:ext cx="28765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v2: 08:00</a:t>
            </a:r>
          </a:p>
        </p:txBody>
      </p:sp>
      <p:sp>
        <p:nvSpPr>
          <p:cNvPr id="10" name="">
            <a:extLst xmlns:a="http://schemas.openxmlformats.org/drawingml/2006/main">
              <a:ext uri="{FF2B5EF4-FFF2-40B4-BE49-F238E27FC236}">
                <a16:creationId xmlns:a16="http://schemas.microsoft.com/office/drawing/2014/main" id="{E2BC11DB-5660-4C30-9F13-4CEA95EE75E7}"/>
              </a:ext>
            </a:extLst>
          </p:cNvPr>
          <p:cNvSpPr>
            <a:spLocks xmlns:a="http://schemas.openxmlformats.org/drawingml/2006/main" noGrp="1"/>
          </p:cNvSpPr>
          <p:nvPr/>
        </p:nvSpPr>
        <p:spPr>
          <a:xfrm xmlns:a="http://schemas.openxmlformats.org/drawingml/2006/main">
            <a:off x="3981450" y="2338388"/>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1B75D43-AB11-4A00-B62E-68ADBEFE13C0}"/>
              </a:ext>
            </a:extLst>
          </p:cNvPr>
          <p:cNvSpPr>
            <a:spLocks xmlns:a="http://schemas.openxmlformats.org/drawingml/2006/main" noGrp="1"/>
          </p:cNvSpPr>
          <p:nvPr/>
        </p:nvSpPr>
        <p:spPr>
          <a:xfrm xmlns:a="http://schemas.openxmlformats.org/drawingml/2006/main">
            <a:off x="8286750" y="2152650"/>
            <a:ext cx="3143250" cy="847725"/>
          </a:xfrm>
          <a:prstGeom xmlns:a="http://schemas.openxmlformats.org/drawingml/2006/main" prst="rect">
            <a:avLst/>
          </a:prstGeom>
          <a:solidFill xmlns:a="http://schemas.openxmlformats.org/drawingml/2006/main">
            <a:srgbClr val="092434"/>
          </a:solidFill>
          <a:ln xmlns:a="http://schemas.openxmlformats.org/drawingml/2006/main" w="14288">
            <a:solidFill>
              <a:srgbClr val="FFAC58"/>
            </a:solidFill>
            <a:prstDash val="solid"/>
          </a:ln>
        </p:spPr>
      </p:sp>
      <p:sp>
        <p:nvSpPr>
          <p:cNvPr id="12" name="">
            <a:extLst xmlns:a="http://schemas.openxmlformats.org/drawingml/2006/main">
              <a:ext uri="{FF2B5EF4-FFF2-40B4-BE49-F238E27FC236}">
                <a16:creationId xmlns:a16="http://schemas.microsoft.com/office/drawing/2014/main" id="{FFCFDFEB-825F-4845-9E29-437160CAB23F}"/>
              </a:ext>
            </a:extLst>
          </p:cNvPr>
          <p:cNvSpPr>
            <a:spLocks xmlns:a="http://schemas.openxmlformats.org/drawingml/2006/main" noGrp="1"/>
          </p:cNvSpPr>
          <p:nvPr/>
        </p:nvSpPr>
        <p:spPr>
          <a:xfrm xmlns:a="http://schemas.openxmlformats.org/drawingml/2006/main">
            <a:off x="8420100" y="2343150"/>
            <a:ext cx="28765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50" b="1">
                <a:solidFill>
                  <a:srgbClr val="F4F8FC"/>
                </a:solidFill>
                <a:latin typeface="Arial"/>
                <a:ea typeface="Arial"/>
                <a:cs typeface="Arial"/>
              </a:defRPr>
            </a:defPPr>
            <a:lvl1pPr algn="ctr">
              <a:defRPr sz="2250" b="1">
                <a:solidFill>
                  <a:srgbClr val="F4F8FC"/>
                </a:solidFill>
                <a:latin typeface="Arial"/>
                <a:ea typeface="Arial"/>
                <a:cs typeface="Arial"/>
              </a:defRPr>
            </a:lvl1pPr>
            <a:lvl2pPr algn="ctr">
              <a:defRPr sz="2250" b="1">
                <a:solidFill>
                  <a:srgbClr val="F4F8FC"/>
                </a:solidFill>
                <a:latin typeface="Arial"/>
                <a:ea typeface="Arial"/>
                <a:cs typeface="Arial"/>
              </a:defRPr>
            </a:lvl2pPr>
            <a:lvl3pPr algn="ctr">
              <a:defRPr sz="2250" b="1">
                <a:solidFill>
                  <a:srgbClr val="F4F8FC"/>
                </a:solidFill>
                <a:latin typeface="Arial"/>
                <a:ea typeface="Arial"/>
                <a:cs typeface="Arial"/>
              </a:defRPr>
            </a:lvl3pPr>
            <a:lvl4pPr algn="ctr">
              <a:defRPr sz="2250" b="1">
                <a:solidFill>
                  <a:srgbClr val="F4F8FC"/>
                </a:solidFill>
                <a:latin typeface="Arial"/>
                <a:ea typeface="Arial"/>
                <a:cs typeface="Arial"/>
              </a:defRPr>
            </a:lvl4pPr>
            <a:lvl5pPr algn="ctr">
              <a:defRPr sz="2250" b="1">
                <a:solidFill>
                  <a:srgbClr val="F4F8FC"/>
                </a:solidFill>
                <a:latin typeface="Arial"/>
                <a:ea typeface="Arial"/>
                <a:cs typeface="Arial"/>
              </a:defRPr>
            </a:lvl5pPr>
            <a:lvl6pPr algn="ctr">
              <a:defRPr sz="2250" b="1">
                <a:solidFill>
                  <a:srgbClr val="F4F8FC"/>
                </a:solidFill>
                <a:latin typeface="Arial"/>
                <a:ea typeface="Arial"/>
                <a:cs typeface="Arial"/>
              </a:defRPr>
            </a:lvl6pPr>
            <a:lvl7pPr algn="ctr">
              <a:defRPr sz="2250" b="1">
                <a:solidFill>
                  <a:srgbClr val="F4F8FC"/>
                </a:solidFill>
                <a:latin typeface="Arial"/>
                <a:ea typeface="Arial"/>
                <a:cs typeface="Arial"/>
              </a:defRPr>
            </a:lvl7pPr>
            <a:lvl8pPr algn="ctr">
              <a:defRPr sz="2250" b="1">
                <a:solidFill>
                  <a:srgbClr val="F4F8FC"/>
                </a:solidFill>
                <a:latin typeface="Arial"/>
                <a:ea typeface="Arial"/>
                <a:cs typeface="Arial"/>
              </a:defRPr>
            </a:lvl8pPr>
            <a:lvl9pPr algn="ctr">
              <a:defRPr sz="2250" b="1">
                <a:solidFill>
                  <a:srgbClr val="F4F8FC"/>
                </a:solidFill>
                <a:latin typeface="Arial"/>
                <a:ea typeface="Arial"/>
                <a:cs typeface="Arial"/>
              </a:defRPr>
            </a:lvl9pPr>
          </a:lstStyle>
          <a:p xmlns:a="http://schemas.openxmlformats.org/drawingml/2006/main">
            <a:pPr algn="ctr">
              <a:defRPr sz="2250" b="1">
                <a:solidFill>
                  <a:srgbClr val="F4F8FC"/>
                </a:solidFill>
                <a:latin typeface="Arial"/>
                <a:ea typeface="Arial"/>
                <a:cs typeface="Arial"/>
              </a:defRPr>
            </a:pPr>
            <a:r>
              <a:rPr sz="2250" b="1">
                <a:solidFill>
                  <a:srgbClr val="F4F8FC"/>
                </a:solidFill>
                <a:latin typeface="Arial"/>
                <a:ea typeface="Arial"/>
                <a:cs typeface="Arial"/>
              </a:rPr>
              <a:t>v3: 14:00</a:t>
            </a:r>
          </a:p>
        </p:txBody>
      </p:sp>
      <p:sp>
        <p:nvSpPr>
          <p:cNvPr id="13" name="">
            <a:extLst xmlns:a="http://schemas.openxmlformats.org/drawingml/2006/main">
              <a:ext uri="{FF2B5EF4-FFF2-40B4-BE49-F238E27FC236}">
                <a16:creationId xmlns:a16="http://schemas.microsoft.com/office/drawing/2014/main" id="{7309DCFA-C7B8-451A-B80F-39E2FB6570DD}"/>
              </a:ext>
            </a:extLst>
          </p:cNvPr>
          <p:cNvSpPr>
            <a:spLocks xmlns:a="http://schemas.openxmlformats.org/drawingml/2006/main" noGrp="1"/>
          </p:cNvSpPr>
          <p:nvPr/>
        </p:nvSpPr>
        <p:spPr>
          <a:xfrm xmlns:a="http://schemas.openxmlformats.org/drawingml/2006/main">
            <a:off x="7743825" y="2338388"/>
            <a:ext cx="4667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850" b="1">
                <a:solidFill>
                  <a:srgbClr val="00C7E5"/>
                </a:solidFill>
                <a:latin typeface="Arial"/>
                <a:ea typeface="Arial"/>
                <a:cs typeface="Arial"/>
              </a:defRPr>
            </a:defPPr>
            <a:lvl1pPr algn="ctr">
              <a:defRPr sz="2850" b="1">
                <a:solidFill>
                  <a:srgbClr val="00C7E5"/>
                </a:solidFill>
                <a:latin typeface="Arial"/>
                <a:ea typeface="Arial"/>
                <a:cs typeface="Arial"/>
              </a:defRPr>
            </a:lvl1pPr>
            <a:lvl2pPr algn="ctr">
              <a:defRPr sz="2850" b="1">
                <a:solidFill>
                  <a:srgbClr val="00C7E5"/>
                </a:solidFill>
                <a:latin typeface="Arial"/>
                <a:ea typeface="Arial"/>
                <a:cs typeface="Arial"/>
              </a:defRPr>
            </a:lvl2pPr>
            <a:lvl3pPr algn="ctr">
              <a:defRPr sz="2850" b="1">
                <a:solidFill>
                  <a:srgbClr val="00C7E5"/>
                </a:solidFill>
                <a:latin typeface="Arial"/>
                <a:ea typeface="Arial"/>
                <a:cs typeface="Arial"/>
              </a:defRPr>
            </a:lvl3pPr>
            <a:lvl4pPr algn="ctr">
              <a:defRPr sz="2850" b="1">
                <a:solidFill>
                  <a:srgbClr val="00C7E5"/>
                </a:solidFill>
                <a:latin typeface="Arial"/>
                <a:ea typeface="Arial"/>
                <a:cs typeface="Arial"/>
              </a:defRPr>
            </a:lvl4pPr>
            <a:lvl5pPr algn="ctr">
              <a:defRPr sz="2850" b="1">
                <a:solidFill>
                  <a:srgbClr val="00C7E5"/>
                </a:solidFill>
                <a:latin typeface="Arial"/>
                <a:ea typeface="Arial"/>
                <a:cs typeface="Arial"/>
              </a:defRPr>
            </a:lvl5pPr>
            <a:lvl6pPr algn="ctr">
              <a:defRPr sz="2850" b="1">
                <a:solidFill>
                  <a:srgbClr val="00C7E5"/>
                </a:solidFill>
                <a:latin typeface="Arial"/>
                <a:ea typeface="Arial"/>
                <a:cs typeface="Arial"/>
              </a:defRPr>
            </a:lvl6pPr>
            <a:lvl7pPr algn="ctr">
              <a:defRPr sz="2850" b="1">
                <a:solidFill>
                  <a:srgbClr val="00C7E5"/>
                </a:solidFill>
                <a:latin typeface="Arial"/>
                <a:ea typeface="Arial"/>
                <a:cs typeface="Arial"/>
              </a:defRPr>
            </a:lvl7pPr>
            <a:lvl8pPr algn="ctr">
              <a:defRPr sz="2850" b="1">
                <a:solidFill>
                  <a:srgbClr val="00C7E5"/>
                </a:solidFill>
                <a:latin typeface="Arial"/>
                <a:ea typeface="Arial"/>
                <a:cs typeface="Arial"/>
              </a:defRPr>
            </a:lvl8pPr>
            <a:lvl9pPr algn="ctr">
              <a:defRPr sz="2850" b="1">
                <a:solidFill>
                  <a:srgbClr val="00C7E5"/>
                </a:solidFill>
                <a:latin typeface="Arial"/>
                <a:ea typeface="Arial"/>
                <a:cs typeface="Arial"/>
              </a:defRPr>
            </a:lvl9pPr>
          </a:lstStyle>
          <a:p xmlns:a="http://schemas.openxmlformats.org/drawingml/2006/main">
            <a:pPr algn="ctr">
              <a:defRPr sz="2850" b="1">
                <a:solidFill>
                  <a:srgbClr val="00C7E5"/>
                </a:solidFill>
                <a:latin typeface="Arial"/>
                <a:ea typeface="Arial"/>
                <a:cs typeface="Arial"/>
              </a:defRPr>
            </a:pPr>
            <a:r>
              <a:rPr sz="2850" b="1">
                <a:solidFill>
                  <a:srgbClr val="00C7E5"/>
                </a:solidFill>
                <a:latin typeface="Arial"/>
                <a:ea typeface="Arial"/>
                <a:cs typeface="Arial"/>
              </a:rPr>
              <a:t>→</a:t>
            </a:r>
          </a:p>
        </p:txBody>
      </p:sp>
      <p:pic>
        <p:nvPicPr>
          <p:cNvPr id="14" name="">
            <a:extLst xmlns:a="http://schemas.openxmlformats.org/drawingml/2006/main">
              <a:ext uri="{FF2B5EF4-FFF2-40B4-BE49-F238E27FC236}">
                <a16:creationId xmlns:a16="http://schemas.microsoft.com/office/drawing/2014/main" id="{29A5B8B3-AFE5-413C-A5A8-FF8873BBF242}"/>
              </a:ext>
            </a:extLst>
          </p:cNvPr>
          <p:cNvPicPr>
            <a:picLocks xmlns:a="http://schemas.openxmlformats.org/drawingml/2006/main" noChangeAspect="1"/>
          </p:cNvPicPr>
          <p:nvPr/>
        </p:nvPicPr>
        <p:blipFill>
          <a:blip xmlns:r="http://schemas.openxmlformats.org/officeDocument/2006/relationships" xmlns:a="http://schemas.openxmlformats.org/drawingml/2006/main" r:embed="R890a8b788670426c"/>
          <a:stretch xmlns:a="http://schemas.openxmlformats.org/drawingml/2006/main"/>
        </p:blipFill>
        <p:spPr>
          <a:xfrm xmlns:a="http://schemas.openxmlformats.org/drawingml/2006/main">
            <a:off x="3352800" y="3476625"/>
            <a:ext cx="5476875" cy="2190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FA45B43-93EF-41FA-B66B-F8C618632BD9}"/>
              </a:ext>
            </a:extLst>
          </p:cNvPr>
          <p:cNvSpPr>
            <a:spLocks xmlns:a="http://schemas.openxmlformats.org/drawingml/2006/main" noGrp="1"/>
          </p:cNvSpPr>
          <p:nvPr/>
        </p:nvSpPr>
        <p:spPr>
          <a:xfrm xmlns:a="http://schemas.openxmlformats.org/drawingml/2006/main">
            <a:off x="781050" y="5829300"/>
            <a:ext cx="10572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C7E5"/>
                </a:solidFill>
                <a:latin typeface="Arial"/>
                <a:ea typeface="Arial"/>
                <a:cs typeface="Arial"/>
              </a:defRPr>
            </a:defPPr>
            <a:lvl1pPr algn="l">
              <a:defRPr sz="2175" b="1">
                <a:solidFill>
                  <a:srgbClr val="00C7E5"/>
                </a:solidFill>
                <a:latin typeface="Arial"/>
                <a:ea typeface="Arial"/>
                <a:cs typeface="Arial"/>
              </a:defRPr>
            </a:lvl1pPr>
            <a:lvl2pPr algn="l">
              <a:defRPr sz="2175" b="1">
                <a:solidFill>
                  <a:srgbClr val="00C7E5"/>
                </a:solidFill>
                <a:latin typeface="Arial"/>
                <a:ea typeface="Arial"/>
                <a:cs typeface="Arial"/>
              </a:defRPr>
            </a:lvl2pPr>
            <a:lvl3pPr algn="l">
              <a:defRPr sz="2175" b="1">
                <a:solidFill>
                  <a:srgbClr val="00C7E5"/>
                </a:solidFill>
                <a:latin typeface="Arial"/>
                <a:ea typeface="Arial"/>
                <a:cs typeface="Arial"/>
              </a:defRPr>
            </a:lvl3pPr>
            <a:lvl4pPr algn="l">
              <a:defRPr sz="2175" b="1">
                <a:solidFill>
                  <a:srgbClr val="00C7E5"/>
                </a:solidFill>
                <a:latin typeface="Arial"/>
                <a:ea typeface="Arial"/>
                <a:cs typeface="Arial"/>
              </a:defRPr>
            </a:lvl4pPr>
            <a:lvl5pPr algn="l">
              <a:defRPr sz="2175" b="1">
                <a:solidFill>
                  <a:srgbClr val="00C7E5"/>
                </a:solidFill>
                <a:latin typeface="Arial"/>
                <a:ea typeface="Arial"/>
                <a:cs typeface="Arial"/>
              </a:defRPr>
            </a:lvl5pPr>
            <a:lvl6pPr algn="l">
              <a:defRPr sz="2175" b="1">
                <a:solidFill>
                  <a:srgbClr val="00C7E5"/>
                </a:solidFill>
                <a:latin typeface="Arial"/>
                <a:ea typeface="Arial"/>
                <a:cs typeface="Arial"/>
              </a:defRPr>
            </a:lvl6pPr>
            <a:lvl7pPr algn="l">
              <a:defRPr sz="2175" b="1">
                <a:solidFill>
                  <a:srgbClr val="00C7E5"/>
                </a:solidFill>
                <a:latin typeface="Arial"/>
                <a:ea typeface="Arial"/>
                <a:cs typeface="Arial"/>
              </a:defRPr>
            </a:lvl7pPr>
            <a:lvl8pPr algn="l">
              <a:defRPr sz="2175" b="1">
                <a:solidFill>
                  <a:srgbClr val="00C7E5"/>
                </a:solidFill>
                <a:latin typeface="Arial"/>
                <a:ea typeface="Arial"/>
                <a:cs typeface="Arial"/>
              </a:defRPr>
            </a:lvl8pPr>
            <a:lvl9pPr algn="l">
              <a:defRPr sz="2175" b="1">
                <a:solidFill>
                  <a:srgbClr val="00C7E5"/>
                </a:solidFill>
                <a:latin typeface="Arial"/>
                <a:ea typeface="Arial"/>
                <a:cs typeface="Arial"/>
              </a:defRPr>
            </a:lvl9pPr>
          </a:lstStyle>
          <a:p xmlns:a="http://schemas.openxmlformats.org/drawingml/2006/main">
            <a:pPr algn="l">
              <a:defRPr sz="2175" b="1">
                <a:solidFill>
                  <a:srgbClr val="00C7E5"/>
                </a:solidFill>
                <a:latin typeface="Arial"/>
                <a:ea typeface="Arial"/>
                <a:cs typeface="Arial"/>
              </a:defRPr>
            </a:pPr>
            <a:r>
              <a:rPr sz="2175" b="1">
                <a:solidFill>
                  <a:srgbClr val="00C7E5"/>
                </a:solidFill>
                <a:latin typeface="Arial"/>
                <a:ea typeface="Arial"/>
                <a:cs typeface="Arial"/>
              </a:rPr>
              <a:t>Tải đúng v1 từ S3 rồi upload lại cùng key</a:t>
            </a:r>
          </a:p>
        </p:txBody>
      </p:sp>
    </p:spTree>
    <p:extLst>
      <p:ext uri="{BB962C8B-B14F-4D97-AF65-F5344CB8AC3E}">
        <p14:creationId xmlns:p14="http://schemas.microsoft.com/office/powerpoint/2010/main" val="659079908"/>
      </p:ext>
    </p:extLst>
  </p:cSld>
</p:sld>
</file>

<file path=ppt/slides/slide41.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A1AF8F9-579E-43CB-83B2-0EE6CD65DD0E}"/>
              </a:ext>
            </a:extLst>
          </p:cNvPr>
          <p:cNvPicPr>
            <a:picLocks xmlns:a="http://schemas.openxmlformats.org/drawingml/2006/main" noChangeAspect="1"/>
          </p:cNvPicPr>
          <p:nvPr/>
        </p:nvPicPr>
        <p:blipFill>
          <a:blip xmlns:r="http://schemas.openxmlformats.org/officeDocument/2006/relationships" xmlns:a="http://schemas.openxmlformats.org/drawingml/2006/main" r:embed="R20cef5dd1f1d434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F288B2-7EC5-4614-A65E-D417A389F4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0FD48190-1FEC-4AFB-9FF4-6D131E29FAD1}"/>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Demo 3: Chia sẻ đọc tạm thời</a:t>
            </a:r>
          </a:p>
        </p:txBody>
      </p:sp>
      <p:sp>
        <p:nvSpPr>
          <p:cNvPr id="4" name="">
            <a:extLst xmlns:a="http://schemas.openxmlformats.org/drawingml/2006/main">
              <a:ext uri="{FF2B5EF4-FFF2-40B4-BE49-F238E27FC236}">
                <a16:creationId xmlns:a16="http://schemas.microsoft.com/office/drawing/2014/main" id="{07BFF5B4-1F60-4FDD-8663-EBCE7A56DF0E}"/>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55C81BAA-869E-4B79-AE50-974A97FC3A01}"/>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41 / 45</a:t>
            </a:r>
          </a:p>
        </p:txBody>
      </p:sp>
      <p:sp>
        <p:nvSpPr>
          <p:cNvPr id="6" name="">
            <a:extLst xmlns:a="http://schemas.openxmlformats.org/drawingml/2006/main">
              <a:ext uri="{FF2B5EF4-FFF2-40B4-BE49-F238E27FC236}">
                <a16:creationId xmlns:a16="http://schemas.microsoft.com/office/drawing/2014/main" id="{03B063AF-D048-4E76-B2E1-CFD1E85C3B0D}"/>
              </a:ext>
            </a:extLst>
          </p:cNvPr>
          <p:cNvSpPr>
            <a:spLocks xmlns:a="http://schemas.openxmlformats.org/drawingml/2006/main" noGrp="1"/>
          </p:cNvSpPr>
          <p:nvPr/>
        </p:nvSpPr>
        <p:spPr>
          <a:xfrm xmlns:a="http://schemas.openxmlformats.org/drawingml/2006/main">
            <a:off x="781050" y="2171700"/>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FFAC58"/>
                </a:solidFill>
                <a:latin typeface="Arial"/>
                <a:ea typeface="Arial"/>
                <a:cs typeface="Arial"/>
              </a:defRPr>
            </a:defPPr>
            <a:lvl1pPr algn="l">
              <a:defRPr sz="2850" b="1">
                <a:solidFill>
                  <a:srgbClr val="FFAC58"/>
                </a:solidFill>
                <a:latin typeface="Arial"/>
                <a:ea typeface="Arial"/>
                <a:cs typeface="Arial"/>
              </a:defRPr>
            </a:lvl1pPr>
            <a:lvl2pPr algn="l">
              <a:defRPr sz="2850" b="1">
                <a:solidFill>
                  <a:srgbClr val="FFAC58"/>
                </a:solidFill>
                <a:latin typeface="Arial"/>
                <a:ea typeface="Arial"/>
                <a:cs typeface="Arial"/>
              </a:defRPr>
            </a:lvl2pPr>
            <a:lvl3pPr algn="l">
              <a:defRPr sz="2850" b="1">
                <a:solidFill>
                  <a:srgbClr val="FFAC58"/>
                </a:solidFill>
                <a:latin typeface="Arial"/>
                <a:ea typeface="Arial"/>
                <a:cs typeface="Arial"/>
              </a:defRPr>
            </a:lvl3pPr>
            <a:lvl4pPr algn="l">
              <a:defRPr sz="2850" b="1">
                <a:solidFill>
                  <a:srgbClr val="FFAC58"/>
                </a:solidFill>
                <a:latin typeface="Arial"/>
                <a:ea typeface="Arial"/>
                <a:cs typeface="Arial"/>
              </a:defRPr>
            </a:lvl4pPr>
            <a:lvl5pPr algn="l">
              <a:defRPr sz="2850" b="1">
                <a:solidFill>
                  <a:srgbClr val="FFAC58"/>
                </a:solidFill>
                <a:latin typeface="Arial"/>
                <a:ea typeface="Arial"/>
                <a:cs typeface="Arial"/>
              </a:defRPr>
            </a:lvl5pPr>
            <a:lvl6pPr algn="l">
              <a:defRPr sz="2850" b="1">
                <a:solidFill>
                  <a:srgbClr val="FFAC58"/>
                </a:solidFill>
                <a:latin typeface="Arial"/>
                <a:ea typeface="Arial"/>
                <a:cs typeface="Arial"/>
              </a:defRPr>
            </a:lvl6pPr>
            <a:lvl7pPr algn="l">
              <a:defRPr sz="2850" b="1">
                <a:solidFill>
                  <a:srgbClr val="FFAC58"/>
                </a:solidFill>
                <a:latin typeface="Arial"/>
                <a:ea typeface="Arial"/>
                <a:cs typeface="Arial"/>
              </a:defRPr>
            </a:lvl7pPr>
            <a:lvl8pPr algn="l">
              <a:defRPr sz="2850" b="1">
                <a:solidFill>
                  <a:srgbClr val="FFAC58"/>
                </a:solidFill>
                <a:latin typeface="Arial"/>
                <a:ea typeface="Arial"/>
                <a:cs typeface="Arial"/>
              </a:defRPr>
            </a:lvl8pPr>
            <a:lvl9pPr algn="l">
              <a:defRPr sz="2850" b="1">
                <a:solidFill>
                  <a:srgbClr val="FFAC58"/>
                </a:solidFill>
                <a:latin typeface="Arial"/>
                <a:ea typeface="Arial"/>
                <a:cs typeface="Arial"/>
              </a:defRPr>
            </a:lvl9pPr>
          </a:lstStyle>
          <a:p xmlns:a="http://schemas.openxmlformats.org/drawingml/2006/main">
            <a:pPr algn="l">
              <a:defRPr sz="2850" b="1">
                <a:solidFill>
                  <a:srgbClr val="FFAC58"/>
                </a:solidFill>
                <a:latin typeface="Arial"/>
                <a:ea typeface="Arial"/>
                <a:cs typeface="Arial"/>
              </a:defRPr>
            </a:pPr>
            <a:r>
              <a:rPr sz="2850" b="1">
                <a:solidFill>
                  <a:srgbClr val="FFAC58"/>
                </a:solidFill>
                <a:latin typeface="Arial"/>
                <a:ea typeface="Arial"/>
                <a:cs typeface="Arial"/>
              </a:rPr>
              <a:t>Không có chữ ký</a:t>
            </a:r>
          </a:p>
        </p:txBody>
      </p:sp>
      <p:sp>
        <p:nvSpPr>
          <p:cNvPr id="7" name="">
            <a:extLst xmlns:a="http://schemas.openxmlformats.org/drawingml/2006/main">
              <a:ext uri="{FF2B5EF4-FFF2-40B4-BE49-F238E27FC236}">
                <a16:creationId xmlns:a16="http://schemas.microsoft.com/office/drawing/2014/main" id="{33B0D69A-4818-415D-9D93-B9B452A0F851}"/>
              </a:ext>
            </a:extLst>
          </p:cNvPr>
          <p:cNvSpPr>
            <a:spLocks xmlns:a="http://schemas.openxmlformats.org/drawingml/2006/main" noGrp="1"/>
          </p:cNvSpPr>
          <p:nvPr/>
        </p:nvSpPr>
        <p:spPr>
          <a:xfrm xmlns:a="http://schemas.openxmlformats.org/drawingml/2006/main">
            <a:off x="6667500" y="2171700"/>
            <a:ext cx="4762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00C7E5"/>
                </a:solidFill>
                <a:latin typeface="Arial"/>
                <a:ea typeface="Arial"/>
                <a:cs typeface="Arial"/>
              </a:defRPr>
            </a:defPPr>
            <a:lvl1pPr algn="l">
              <a:defRPr sz="2850" b="1">
                <a:solidFill>
                  <a:srgbClr val="00C7E5"/>
                </a:solidFill>
                <a:latin typeface="Arial"/>
                <a:ea typeface="Arial"/>
                <a:cs typeface="Arial"/>
              </a:defRPr>
            </a:lvl1pPr>
            <a:lvl2pPr algn="l">
              <a:defRPr sz="2850" b="1">
                <a:solidFill>
                  <a:srgbClr val="00C7E5"/>
                </a:solidFill>
                <a:latin typeface="Arial"/>
                <a:ea typeface="Arial"/>
                <a:cs typeface="Arial"/>
              </a:defRPr>
            </a:lvl2pPr>
            <a:lvl3pPr algn="l">
              <a:defRPr sz="2850" b="1">
                <a:solidFill>
                  <a:srgbClr val="00C7E5"/>
                </a:solidFill>
                <a:latin typeface="Arial"/>
                <a:ea typeface="Arial"/>
                <a:cs typeface="Arial"/>
              </a:defRPr>
            </a:lvl3pPr>
            <a:lvl4pPr algn="l">
              <a:defRPr sz="2850" b="1">
                <a:solidFill>
                  <a:srgbClr val="00C7E5"/>
                </a:solidFill>
                <a:latin typeface="Arial"/>
                <a:ea typeface="Arial"/>
                <a:cs typeface="Arial"/>
              </a:defRPr>
            </a:lvl4pPr>
            <a:lvl5pPr algn="l">
              <a:defRPr sz="2850" b="1">
                <a:solidFill>
                  <a:srgbClr val="00C7E5"/>
                </a:solidFill>
                <a:latin typeface="Arial"/>
                <a:ea typeface="Arial"/>
                <a:cs typeface="Arial"/>
              </a:defRPr>
            </a:lvl5pPr>
            <a:lvl6pPr algn="l">
              <a:defRPr sz="2850" b="1">
                <a:solidFill>
                  <a:srgbClr val="00C7E5"/>
                </a:solidFill>
                <a:latin typeface="Arial"/>
                <a:ea typeface="Arial"/>
                <a:cs typeface="Arial"/>
              </a:defRPr>
            </a:lvl6pPr>
            <a:lvl7pPr algn="l">
              <a:defRPr sz="2850" b="1">
                <a:solidFill>
                  <a:srgbClr val="00C7E5"/>
                </a:solidFill>
                <a:latin typeface="Arial"/>
                <a:ea typeface="Arial"/>
                <a:cs typeface="Arial"/>
              </a:defRPr>
            </a:lvl7pPr>
            <a:lvl8pPr algn="l">
              <a:defRPr sz="2850" b="1">
                <a:solidFill>
                  <a:srgbClr val="00C7E5"/>
                </a:solidFill>
                <a:latin typeface="Arial"/>
                <a:ea typeface="Arial"/>
                <a:cs typeface="Arial"/>
              </a:defRPr>
            </a:lvl8pPr>
            <a:lvl9pPr algn="l">
              <a:defRPr sz="2850" b="1">
                <a:solidFill>
                  <a:srgbClr val="00C7E5"/>
                </a:solidFill>
                <a:latin typeface="Arial"/>
                <a:ea typeface="Arial"/>
                <a:cs typeface="Arial"/>
              </a:defRPr>
            </a:lvl9pPr>
          </a:lstStyle>
          <a:p xmlns:a="http://schemas.openxmlformats.org/drawingml/2006/main">
            <a:pPr algn="l">
              <a:defRPr sz="2850" b="1">
                <a:solidFill>
                  <a:srgbClr val="00C7E5"/>
                </a:solidFill>
                <a:latin typeface="Arial"/>
                <a:ea typeface="Arial"/>
                <a:cs typeface="Arial"/>
              </a:defRPr>
            </a:pPr>
            <a:r>
              <a:rPr sz="2850" b="1">
                <a:solidFill>
                  <a:srgbClr val="00C7E5"/>
                </a:solidFill>
                <a:latin typeface="Arial"/>
                <a:ea typeface="Arial"/>
                <a:cs typeface="Arial"/>
              </a:rPr>
              <a:t>Presigned URL hợp lệ</a:t>
            </a:r>
          </a:p>
        </p:txBody>
      </p:sp>
      <p:pic>
        <p:nvPicPr>
          <p:cNvPr id="8" name="">
            <a:extLst xmlns:a="http://schemas.openxmlformats.org/drawingml/2006/main">
              <a:ext uri="{FF2B5EF4-FFF2-40B4-BE49-F238E27FC236}">
                <a16:creationId xmlns:a16="http://schemas.microsoft.com/office/drawing/2014/main" id="{D5A5736E-F7F8-4B4D-A745-80BCF75D1179}"/>
              </a:ext>
            </a:extLst>
          </p:cNvPr>
          <p:cNvPicPr>
            <a:picLocks xmlns:a="http://schemas.openxmlformats.org/drawingml/2006/main" noChangeAspect="1"/>
          </p:cNvPicPr>
          <p:nvPr/>
        </p:nvPicPr>
        <p:blipFill>
          <a:blip xmlns:r="http://schemas.openxmlformats.org/officeDocument/2006/relationships" xmlns:a="http://schemas.openxmlformats.org/drawingml/2006/main" r:embed="Rc5bfbe38310c4f4d"/>
          <a:stretch xmlns:a="http://schemas.openxmlformats.org/drawingml/2006/main"/>
        </p:blipFill>
        <p:spPr>
          <a:xfrm xmlns:a="http://schemas.openxmlformats.org/drawingml/2006/main">
            <a:off x="762000" y="3188018"/>
            <a:ext cx="5048250" cy="212026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CF0238C-F65F-472C-84CF-5211E03C09B2}"/>
              </a:ext>
            </a:extLst>
          </p:cNvPr>
          <p:cNvPicPr>
            <a:picLocks xmlns:a="http://schemas.openxmlformats.org/drawingml/2006/main" noChangeAspect="1"/>
          </p:cNvPicPr>
          <p:nvPr/>
        </p:nvPicPr>
        <p:blipFill>
          <a:blip xmlns:r="http://schemas.openxmlformats.org/officeDocument/2006/relationships" xmlns:a="http://schemas.openxmlformats.org/drawingml/2006/main" r:embed="R081cb6f9e3e24bc2"/>
          <a:stretch xmlns:a="http://schemas.openxmlformats.org/drawingml/2006/main"/>
        </p:blipFill>
        <p:spPr>
          <a:xfrm xmlns:a="http://schemas.openxmlformats.org/drawingml/2006/main">
            <a:off x="6572250" y="3276600"/>
            <a:ext cx="4857750" cy="19431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D4BAC3B-8392-403C-AF5E-DFEDEB5E2E75}"/>
              </a:ext>
            </a:extLst>
          </p:cNvPr>
          <p:cNvSpPr>
            <a:spLocks xmlns:a="http://schemas.openxmlformats.org/drawingml/2006/main" noGrp="1"/>
          </p:cNvSpPr>
          <p:nvPr/>
        </p:nvSpPr>
        <p:spPr>
          <a:xfrm xmlns:a="http://schemas.openxmlformats.org/drawingml/2006/main">
            <a:off x="781050" y="5753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4F8FC"/>
                </a:solidFill>
                <a:latin typeface="Arial"/>
                <a:ea typeface="Arial"/>
                <a:cs typeface="Arial"/>
              </a:defRPr>
            </a:defPPr>
            <a:lvl1pPr algn="l">
              <a:defRPr sz="2250" b="0">
                <a:solidFill>
                  <a:srgbClr val="F4F8FC"/>
                </a:solidFill>
                <a:latin typeface="Arial"/>
                <a:ea typeface="Arial"/>
                <a:cs typeface="Arial"/>
              </a:defRPr>
            </a:lvl1pPr>
            <a:lvl2pPr algn="l">
              <a:defRPr sz="2250" b="0">
                <a:solidFill>
                  <a:srgbClr val="F4F8FC"/>
                </a:solidFill>
                <a:latin typeface="Arial"/>
                <a:ea typeface="Arial"/>
                <a:cs typeface="Arial"/>
              </a:defRPr>
            </a:lvl2pPr>
            <a:lvl3pPr algn="l">
              <a:defRPr sz="2250" b="0">
                <a:solidFill>
                  <a:srgbClr val="F4F8FC"/>
                </a:solidFill>
                <a:latin typeface="Arial"/>
                <a:ea typeface="Arial"/>
                <a:cs typeface="Arial"/>
              </a:defRPr>
            </a:lvl3pPr>
            <a:lvl4pPr algn="l">
              <a:defRPr sz="2250" b="0">
                <a:solidFill>
                  <a:srgbClr val="F4F8FC"/>
                </a:solidFill>
                <a:latin typeface="Arial"/>
                <a:ea typeface="Arial"/>
                <a:cs typeface="Arial"/>
              </a:defRPr>
            </a:lvl4pPr>
            <a:lvl5pPr algn="l">
              <a:defRPr sz="2250" b="0">
                <a:solidFill>
                  <a:srgbClr val="F4F8FC"/>
                </a:solidFill>
                <a:latin typeface="Arial"/>
                <a:ea typeface="Arial"/>
                <a:cs typeface="Arial"/>
              </a:defRPr>
            </a:lvl5pPr>
            <a:lvl6pPr algn="l">
              <a:defRPr sz="2250" b="0">
                <a:solidFill>
                  <a:srgbClr val="F4F8FC"/>
                </a:solidFill>
                <a:latin typeface="Arial"/>
                <a:ea typeface="Arial"/>
                <a:cs typeface="Arial"/>
              </a:defRPr>
            </a:lvl6pPr>
            <a:lvl7pPr algn="l">
              <a:defRPr sz="2250" b="0">
                <a:solidFill>
                  <a:srgbClr val="F4F8FC"/>
                </a:solidFill>
                <a:latin typeface="Arial"/>
                <a:ea typeface="Arial"/>
                <a:cs typeface="Arial"/>
              </a:defRPr>
            </a:lvl7pPr>
            <a:lvl8pPr algn="l">
              <a:defRPr sz="2250" b="0">
                <a:solidFill>
                  <a:srgbClr val="F4F8FC"/>
                </a:solidFill>
                <a:latin typeface="Arial"/>
                <a:ea typeface="Arial"/>
                <a:cs typeface="Arial"/>
              </a:defRPr>
            </a:lvl8pPr>
            <a:lvl9pPr algn="l">
              <a:defRPr sz="2250" b="0">
                <a:solidFill>
                  <a:srgbClr val="F4F8FC"/>
                </a:solidFill>
                <a:latin typeface="Arial"/>
                <a:ea typeface="Arial"/>
                <a:cs typeface="Arial"/>
              </a:defRPr>
            </a:lvl9pPr>
          </a:lstStyle>
          <a:p xmlns:a="http://schemas.openxmlformats.org/drawingml/2006/main">
            <a:pPr algn="l">
              <a:defRPr sz="2250" b="0">
                <a:solidFill>
                  <a:srgbClr val="F4F8FC"/>
                </a:solidFill>
                <a:latin typeface="Arial"/>
                <a:ea typeface="Arial"/>
                <a:cs typeface="Arial"/>
              </a:defRPr>
            </a:pPr>
            <a:r>
              <a:rPr sz="2250" b="0">
                <a:solidFill>
                  <a:srgbClr val="F4F8FC"/>
                </a:solidFill>
                <a:latin typeface="Arial"/>
                <a:ea typeface="Arial"/>
                <a:cs typeface="Arial"/>
              </a:rPr>
              <a:t>Bucket vẫn riêng tư, Block Public Access vẫn bật</a:t>
            </a:r>
          </a:p>
        </p:txBody>
      </p:sp>
    </p:spTree>
    <p:extLst>
      <p:ext uri="{BB962C8B-B14F-4D97-AF65-F5344CB8AC3E}">
        <p14:creationId xmlns:p14="http://schemas.microsoft.com/office/powerpoint/2010/main" val="313393247"/>
      </p:ext>
    </p:extLst>
  </p:cSld>
</p:sld>
</file>

<file path=ppt/slides/slide42.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1B3E707-58A9-43A6-8CCD-CC15D78A9C1A}"/>
              </a:ext>
            </a:extLst>
          </p:cNvPr>
          <p:cNvPicPr>
            <a:picLocks xmlns:a="http://schemas.openxmlformats.org/drawingml/2006/main" noChangeAspect="1"/>
          </p:cNvPicPr>
          <p:nvPr/>
        </p:nvPicPr>
        <p:blipFill>
          <a:blip xmlns:r="http://schemas.openxmlformats.org/officeDocument/2006/relationships" xmlns:a="http://schemas.openxmlformats.org/drawingml/2006/main" r:embed="Rff40113679d7479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38077A-3660-473E-91D9-5409B8A800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A32B921B-32C9-4208-808B-E509587208B6}"/>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Hết hạn: Kiểm tra bằng request mới</a:t>
            </a:r>
          </a:p>
        </p:txBody>
      </p:sp>
      <p:sp>
        <p:nvSpPr>
          <p:cNvPr id="4" name="">
            <a:extLst xmlns:a="http://schemas.openxmlformats.org/drawingml/2006/main">
              <a:ext uri="{FF2B5EF4-FFF2-40B4-BE49-F238E27FC236}">
                <a16:creationId xmlns:a16="http://schemas.microsoft.com/office/drawing/2014/main" id="{F9271014-29F6-4F35-A6E8-42B9FE023774}"/>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24155B6B-0A4A-4EE1-8769-C3610A0B6182}"/>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42 / 45</a:t>
            </a:r>
          </a:p>
        </p:txBody>
      </p:sp>
      <p:sp>
        <p:nvSpPr>
          <p:cNvPr id="6" name="">
            <a:extLst xmlns:a="http://schemas.openxmlformats.org/drawingml/2006/main">
              <a:ext uri="{FF2B5EF4-FFF2-40B4-BE49-F238E27FC236}">
                <a16:creationId xmlns:a16="http://schemas.microsoft.com/office/drawing/2014/main" id="{8874A305-37FE-409B-B880-A64DF63926C2}"/>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76AC3D49-E2C2-47E1-A6A9-5147B68B36FA}"/>
              </a:ext>
            </a:extLst>
          </p:cNvPr>
          <p:cNvSpPr>
            <a:spLocks xmlns:a="http://schemas.openxmlformats.org/drawingml/2006/main" noGrp="1"/>
          </p:cNvSpPr>
          <p:nvPr/>
        </p:nvSpPr>
        <p:spPr>
          <a:xfrm xmlns:a="http://schemas.openxmlformats.org/drawingml/2006/main">
            <a:off x="1409700" y="2181225"/>
            <a:ext cx="47815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4F8FC"/>
                </a:solidFill>
                <a:latin typeface="Arial"/>
                <a:ea typeface="Arial"/>
                <a:cs typeface="Arial"/>
              </a:defRPr>
            </a:defPPr>
            <a:lvl1pPr algn="l">
              <a:defRPr sz="2325" b="0">
                <a:solidFill>
                  <a:srgbClr val="F4F8FC"/>
                </a:solidFill>
                <a:latin typeface="Arial"/>
                <a:ea typeface="Arial"/>
                <a:cs typeface="Arial"/>
              </a:defRPr>
            </a:lvl1pPr>
            <a:lvl2pPr algn="l">
              <a:defRPr sz="2325" b="0">
                <a:solidFill>
                  <a:srgbClr val="F4F8FC"/>
                </a:solidFill>
                <a:latin typeface="Arial"/>
                <a:ea typeface="Arial"/>
                <a:cs typeface="Arial"/>
              </a:defRPr>
            </a:lvl2pPr>
            <a:lvl3pPr algn="l">
              <a:defRPr sz="2325" b="0">
                <a:solidFill>
                  <a:srgbClr val="F4F8FC"/>
                </a:solidFill>
                <a:latin typeface="Arial"/>
                <a:ea typeface="Arial"/>
                <a:cs typeface="Arial"/>
              </a:defRPr>
            </a:lvl3pPr>
            <a:lvl4pPr algn="l">
              <a:defRPr sz="2325" b="0">
                <a:solidFill>
                  <a:srgbClr val="F4F8FC"/>
                </a:solidFill>
                <a:latin typeface="Arial"/>
                <a:ea typeface="Arial"/>
                <a:cs typeface="Arial"/>
              </a:defRPr>
            </a:lvl4pPr>
            <a:lvl5pPr algn="l">
              <a:defRPr sz="2325" b="0">
                <a:solidFill>
                  <a:srgbClr val="F4F8FC"/>
                </a:solidFill>
                <a:latin typeface="Arial"/>
                <a:ea typeface="Arial"/>
                <a:cs typeface="Arial"/>
              </a:defRPr>
            </a:lvl5pPr>
            <a:lvl6pPr algn="l">
              <a:defRPr sz="2325" b="0">
                <a:solidFill>
                  <a:srgbClr val="F4F8FC"/>
                </a:solidFill>
                <a:latin typeface="Arial"/>
                <a:ea typeface="Arial"/>
                <a:cs typeface="Arial"/>
              </a:defRPr>
            </a:lvl6pPr>
            <a:lvl7pPr algn="l">
              <a:defRPr sz="2325" b="0">
                <a:solidFill>
                  <a:srgbClr val="F4F8FC"/>
                </a:solidFill>
                <a:latin typeface="Arial"/>
                <a:ea typeface="Arial"/>
                <a:cs typeface="Arial"/>
              </a:defRPr>
            </a:lvl7pPr>
            <a:lvl8pPr algn="l">
              <a:defRPr sz="2325" b="0">
                <a:solidFill>
                  <a:srgbClr val="F4F8FC"/>
                </a:solidFill>
                <a:latin typeface="Arial"/>
                <a:ea typeface="Arial"/>
                <a:cs typeface="Arial"/>
              </a:defRPr>
            </a:lvl8pPr>
            <a:lvl9pPr algn="l">
              <a:defRPr sz="2325" b="0">
                <a:solidFill>
                  <a:srgbClr val="F4F8FC"/>
                </a:solidFill>
                <a:latin typeface="Arial"/>
                <a:ea typeface="Arial"/>
                <a:cs typeface="Arial"/>
              </a:defRPr>
            </a:lvl9pPr>
          </a:lstStyle>
          <a:p xmlns:a="http://schemas.openxmlformats.org/drawingml/2006/main">
            <a:pPr algn="l">
              <a:defRPr sz="2325" b="0">
                <a:solidFill>
                  <a:srgbClr val="F4F8FC"/>
                </a:solidFill>
                <a:latin typeface="Arial"/>
                <a:ea typeface="Arial"/>
                <a:cs typeface="Arial"/>
              </a:defRPr>
            </a:pPr>
            <a:r>
              <a:rPr sz="2325" b="0">
                <a:solidFill>
                  <a:srgbClr val="F4F8FC"/>
                </a:solidFill>
                <a:latin typeface="Arial"/>
                <a:ea typeface="Arial"/>
                <a:cs typeface="Arial"/>
              </a:rPr>
              <a:t>Kịch bản trực tiếp: chọn thời hạn 1 phút</a:t>
            </a:r>
          </a:p>
        </p:txBody>
      </p:sp>
      <p:sp>
        <p:nvSpPr>
          <p:cNvPr id="8" name="">
            <a:extLst xmlns:a="http://schemas.openxmlformats.org/drawingml/2006/main">
              <a:ext uri="{FF2B5EF4-FFF2-40B4-BE49-F238E27FC236}">
                <a16:creationId xmlns:a16="http://schemas.microsoft.com/office/drawing/2014/main" id="{439CBF79-2DDD-402A-92F6-28301A1D6F22}"/>
              </a:ext>
            </a:extLst>
          </p:cNvPr>
          <p:cNvSpPr>
            <a:spLocks xmlns:a="http://schemas.openxmlformats.org/drawingml/2006/main" noGrp="1"/>
          </p:cNvSpPr>
          <p:nvPr/>
        </p:nvSpPr>
        <p:spPr>
          <a:xfrm xmlns:a="http://schemas.openxmlformats.org/drawingml/2006/main">
            <a:off x="76200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9C8DA5A1-D53A-44B7-818C-BB3BD512809E}"/>
              </a:ext>
            </a:extLst>
          </p:cNvPr>
          <p:cNvSpPr>
            <a:spLocks xmlns:a="http://schemas.openxmlformats.org/drawingml/2006/main" noGrp="1"/>
          </p:cNvSpPr>
          <p:nvPr/>
        </p:nvSpPr>
        <p:spPr>
          <a:xfrm xmlns:a="http://schemas.openxmlformats.org/drawingml/2006/main">
            <a:off x="1409700" y="3209925"/>
            <a:ext cx="47815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4F8FC"/>
                </a:solidFill>
                <a:latin typeface="Arial"/>
                <a:ea typeface="Arial"/>
                <a:cs typeface="Arial"/>
              </a:defRPr>
            </a:defPPr>
            <a:lvl1pPr algn="l">
              <a:defRPr sz="2325" b="0">
                <a:solidFill>
                  <a:srgbClr val="F4F8FC"/>
                </a:solidFill>
                <a:latin typeface="Arial"/>
                <a:ea typeface="Arial"/>
                <a:cs typeface="Arial"/>
              </a:defRPr>
            </a:lvl1pPr>
            <a:lvl2pPr algn="l">
              <a:defRPr sz="2325" b="0">
                <a:solidFill>
                  <a:srgbClr val="F4F8FC"/>
                </a:solidFill>
                <a:latin typeface="Arial"/>
                <a:ea typeface="Arial"/>
                <a:cs typeface="Arial"/>
              </a:defRPr>
            </a:lvl2pPr>
            <a:lvl3pPr algn="l">
              <a:defRPr sz="2325" b="0">
                <a:solidFill>
                  <a:srgbClr val="F4F8FC"/>
                </a:solidFill>
                <a:latin typeface="Arial"/>
                <a:ea typeface="Arial"/>
                <a:cs typeface="Arial"/>
              </a:defRPr>
            </a:lvl3pPr>
            <a:lvl4pPr algn="l">
              <a:defRPr sz="2325" b="0">
                <a:solidFill>
                  <a:srgbClr val="F4F8FC"/>
                </a:solidFill>
                <a:latin typeface="Arial"/>
                <a:ea typeface="Arial"/>
                <a:cs typeface="Arial"/>
              </a:defRPr>
            </a:lvl4pPr>
            <a:lvl5pPr algn="l">
              <a:defRPr sz="2325" b="0">
                <a:solidFill>
                  <a:srgbClr val="F4F8FC"/>
                </a:solidFill>
                <a:latin typeface="Arial"/>
                <a:ea typeface="Arial"/>
                <a:cs typeface="Arial"/>
              </a:defRPr>
            </a:lvl5pPr>
            <a:lvl6pPr algn="l">
              <a:defRPr sz="2325" b="0">
                <a:solidFill>
                  <a:srgbClr val="F4F8FC"/>
                </a:solidFill>
                <a:latin typeface="Arial"/>
                <a:ea typeface="Arial"/>
                <a:cs typeface="Arial"/>
              </a:defRPr>
            </a:lvl6pPr>
            <a:lvl7pPr algn="l">
              <a:defRPr sz="2325" b="0">
                <a:solidFill>
                  <a:srgbClr val="F4F8FC"/>
                </a:solidFill>
                <a:latin typeface="Arial"/>
                <a:ea typeface="Arial"/>
                <a:cs typeface="Arial"/>
              </a:defRPr>
            </a:lvl7pPr>
            <a:lvl8pPr algn="l">
              <a:defRPr sz="2325" b="0">
                <a:solidFill>
                  <a:srgbClr val="F4F8FC"/>
                </a:solidFill>
                <a:latin typeface="Arial"/>
                <a:ea typeface="Arial"/>
                <a:cs typeface="Arial"/>
              </a:defRPr>
            </a:lvl8pPr>
            <a:lvl9pPr algn="l">
              <a:defRPr sz="2325" b="0">
                <a:solidFill>
                  <a:srgbClr val="F4F8FC"/>
                </a:solidFill>
                <a:latin typeface="Arial"/>
                <a:ea typeface="Arial"/>
                <a:cs typeface="Arial"/>
              </a:defRPr>
            </a:lvl9pPr>
          </a:lstStyle>
          <a:p xmlns:a="http://schemas.openxmlformats.org/drawingml/2006/main">
            <a:pPr algn="l">
              <a:defRPr sz="2325" b="0">
                <a:solidFill>
                  <a:srgbClr val="F4F8FC"/>
                </a:solidFill>
                <a:latin typeface="Arial"/>
                <a:ea typeface="Arial"/>
                <a:cs typeface="Arial"/>
              </a:defRPr>
            </a:pPr>
            <a:r>
              <a:rPr sz="2325" b="0">
                <a:solidFill>
                  <a:srgbClr val="F4F8FC"/>
                </a:solidFill>
                <a:latin typeface="Arial"/>
                <a:ea typeface="Arial"/>
                <a:cs typeface="Arial"/>
              </a:rPr>
              <a:t>Mở link hợp lệ để chứng minh đọc được</a:t>
            </a:r>
          </a:p>
        </p:txBody>
      </p:sp>
      <p:sp>
        <p:nvSpPr>
          <p:cNvPr id="10" name="">
            <a:extLst xmlns:a="http://schemas.openxmlformats.org/drawingml/2006/main">
              <a:ext uri="{FF2B5EF4-FFF2-40B4-BE49-F238E27FC236}">
                <a16:creationId xmlns:a16="http://schemas.microsoft.com/office/drawing/2014/main" id="{AE85BCFB-8E29-4F43-BE3D-F42C9BE05873}"/>
              </a:ext>
            </a:extLst>
          </p:cNvPr>
          <p:cNvSpPr>
            <a:spLocks xmlns:a="http://schemas.openxmlformats.org/drawingml/2006/main" noGrp="1"/>
          </p:cNvSpPr>
          <p:nvPr/>
        </p:nvSpPr>
        <p:spPr>
          <a:xfrm xmlns:a="http://schemas.openxmlformats.org/drawingml/2006/main">
            <a:off x="762000" y="4267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4F97302-5464-4314-884B-65BFAF3A0768}"/>
              </a:ext>
            </a:extLst>
          </p:cNvPr>
          <p:cNvSpPr>
            <a:spLocks xmlns:a="http://schemas.openxmlformats.org/drawingml/2006/main" noGrp="1"/>
          </p:cNvSpPr>
          <p:nvPr/>
        </p:nvSpPr>
        <p:spPr>
          <a:xfrm xmlns:a="http://schemas.openxmlformats.org/drawingml/2006/main">
            <a:off x="1409700" y="4238625"/>
            <a:ext cx="47815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4F8FC"/>
                </a:solidFill>
                <a:latin typeface="Arial"/>
                <a:ea typeface="Arial"/>
                <a:cs typeface="Arial"/>
              </a:defRPr>
            </a:defPPr>
            <a:lvl1pPr algn="l">
              <a:defRPr sz="2325" b="0">
                <a:solidFill>
                  <a:srgbClr val="F4F8FC"/>
                </a:solidFill>
                <a:latin typeface="Arial"/>
                <a:ea typeface="Arial"/>
                <a:cs typeface="Arial"/>
              </a:defRPr>
            </a:lvl1pPr>
            <a:lvl2pPr algn="l">
              <a:defRPr sz="2325" b="0">
                <a:solidFill>
                  <a:srgbClr val="F4F8FC"/>
                </a:solidFill>
                <a:latin typeface="Arial"/>
                <a:ea typeface="Arial"/>
                <a:cs typeface="Arial"/>
              </a:defRPr>
            </a:lvl2pPr>
            <a:lvl3pPr algn="l">
              <a:defRPr sz="2325" b="0">
                <a:solidFill>
                  <a:srgbClr val="F4F8FC"/>
                </a:solidFill>
                <a:latin typeface="Arial"/>
                <a:ea typeface="Arial"/>
                <a:cs typeface="Arial"/>
              </a:defRPr>
            </a:lvl3pPr>
            <a:lvl4pPr algn="l">
              <a:defRPr sz="2325" b="0">
                <a:solidFill>
                  <a:srgbClr val="F4F8FC"/>
                </a:solidFill>
                <a:latin typeface="Arial"/>
                <a:ea typeface="Arial"/>
                <a:cs typeface="Arial"/>
              </a:defRPr>
            </a:lvl4pPr>
            <a:lvl5pPr algn="l">
              <a:defRPr sz="2325" b="0">
                <a:solidFill>
                  <a:srgbClr val="F4F8FC"/>
                </a:solidFill>
                <a:latin typeface="Arial"/>
                <a:ea typeface="Arial"/>
                <a:cs typeface="Arial"/>
              </a:defRPr>
            </a:lvl5pPr>
            <a:lvl6pPr algn="l">
              <a:defRPr sz="2325" b="0">
                <a:solidFill>
                  <a:srgbClr val="F4F8FC"/>
                </a:solidFill>
                <a:latin typeface="Arial"/>
                <a:ea typeface="Arial"/>
                <a:cs typeface="Arial"/>
              </a:defRPr>
            </a:lvl6pPr>
            <a:lvl7pPr algn="l">
              <a:defRPr sz="2325" b="0">
                <a:solidFill>
                  <a:srgbClr val="F4F8FC"/>
                </a:solidFill>
                <a:latin typeface="Arial"/>
                <a:ea typeface="Arial"/>
                <a:cs typeface="Arial"/>
              </a:defRPr>
            </a:lvl7pPr>
            <a:lvl8pPr algn="l">
              <a:defRPr sz="2325" b="0">
                <a:solidFill>
                  <a:srgbClr val="F4F8FC"/>
                </a:solidFill>
                <a:latin typeface="Arial"/>
                <a:ea typeface="Arial"/>
                <a:cs typeface="Arial"/>
              </a:defRPr>
            </a:lvl8pPr>
            <a:lvl9pPr algn="l">
              <a:defRPr sz="2325" b="0">
                <a:solidFill>
                  <a:srgbClr val="F4F8FC"/>
                </a:solidFill>
                <a:latin typeface="Arial"/>
                <a:ea typeface="Arial"/>
                <a:cs typeface="Arial"/>
              </a:defRPr>
            </a:lvl9pPr>
          </a:lstStyle>
          <a:p xmlns:a="http://schemas.openxmlformats.org/drawingml/2006/main">
            <a:pPr algn="l">
              <a:defRPr sz="2325" b="0">
                <a:solidFill>
                  <a:srgbClr val="F4F8FC"/>
                </a:solidFill>
                <a:latin typeface="Arial"/>
                <a:ea typeface="Arial"/>
                <a:cs typeface="Arial"/>
              </a:defRPr>
            </a:pPr>
            <a:r>
              <a:rPr sz="2325" b="0">
                <a:solidFill>
                  <a:srgbClr val="F4F8FC"/>
                </a:solidFill>
                <a:latin typeface="Arial"/>
                <a:ea typeface="Arial"/>
                <a:cs typeface="Arial"/>
              </a:rPr>
              <a:t>Sau hạn, gửi GET mới: Request has expired</a:t>
            </a:r>
          </a:p>
        </p:txBody>
      </p:sp>
      <p:pic>
        <p:nvPicPr>
          <p:cNvPr id="12" name="">
            <a:extLst xmlns:a="http://schemas.openxmlformats.org/drawingml/2006/main">
              <a:ext uri="{FF2B5EF4-FFF2-40B4-BE49-F238E27FC236}">
                <a16:creationId xmlns:a16="http://schemas.microsoft.com/office/drawing/2014/main" id="{CBD19E65-EC1F-4097-BE1E-9EE06893A8A5}"/>
              </a:ext>
            </a:extLst>
          </p:cNvPr>
          <p:cNvPicPr>
            <a:picLocks xmlns:a="http://schemas.openxmlformats.org/drawingml/2006/main" noChangeAspect="1"/>
          </p:cNvPicPr>
          <p:nvPr/>
        </p:nvPicPr>
        <p:blipFill>
          <a:blip xmlns:r="http://schemas.openxmlformats.org/officeDocument/2006/relationships" xmlns:a="http://schemas.openxmlformats.org/drawingml/2006/main" r:embed="Red0266f294984da2"/>
          <a:stretch xmlns:a="http://schemas.openxmlformats.org/drawingml/2006/main"/>
        </p:blipFill>
        <p:spPr>
          <a:xfrm xmlns:a="http://schemas.openxmlformats.org/drawingml/2006/main">
            <a:off x="6477000" y="2674620"/>
            <a:ext cx="4953000" cy="208026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C09D9AB-4B0B-4433-9799-E4D2D3476FA9}"/>
              </a:ext>
            </a:extLst>
          </p:cNvPr>
          <p:cNvSpPr>
            <a:spLocks xmlns:a="http://schemas.openxmlformats.org/drawingml/2006/main" noGrp="1"/>
          </p:cNvSpPr>
          <p:nvPr/>
        </p:nvSpPr>
        <p:spPr>
          <a:xfrm xmlns:a="http://schemas.openxmlformats.org/drawingml/2006/main">
            <a:off x="781050" y="5715000"/>
            <a:ext cx="1057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AC58"/>
                </a:solidFill>
                <a:latin typeface="Arial"/>
                <a:ea typeface="Arial"/>
                <a:cs typeface="Arial"/>
              </a:defRPr>
            </a:defPPr>
            <a:lvl1pPr algn="l">
              <a:defRPr sz="2175" b="1">
                <a:solidFill>
                  <a:srgbClr val="FFAC58"/>
                </a:solidFill>
                <a:latin typeface="Arial"/>
                <a:ea typeface="Arial"/>
                <a:cs typeface="Arial"/>
              </a:defRPr>
            </a:lvl1pPr>
            <a:lvl2pPr algn="l">
              <a:defRPr sz="2175" b="1">
                <a:solidFill>
                  <a:srgbClr val="FFAC58"/>
                </a:solidFill>
                <a:latin typeface="Arial"/>
                <a:ea typeface="Arial"/>
                <a:cs typeface="Arial"/>
              </a:defRPr>
            </a:lvl2pPr>
            <a:lvl3pPr algn="l">
              <a:defRPr sz="2175" b="1">
                <a:solidFill>
                  <a:srgbClr val="FFAC58"/>
                </a:solidFill>
                <a:latin typeface="Arial"/>
                <a:ea typeface="Arial"/>
                <a:cs typeface="Arial"/>
              </a:defRPr>
            </a:lvl3pPr>
            <a:lvl4pPr algn="l">
              <a:defRPr sz="2175" b="1">
                <a:solidFill>
                  <a:srgbClr val="FFAC58"/>
                </a:solidFill>
                <a:latin typeface="Arial"/>
                <a:ea typeface="Arial"/>
                <a:cs typeface="Arial"/>
              </a:defRPr>
            </a:lvl4pPr>
            <a:lvl5pPr algn="l">
              <a:defRPr sz="2175" b="1">
                <a:solidFill>
                  <a:srgbClr val="FFAC58"/>
                </a:solidFill>
                <a:latin typeface="Arial"/>
                <a:ea typeface="Arial"/>
                <a:cs typeface="Arial"/>
              </a:defRPr>
            </a:lvl5pPr>
            <a:lvl6pPr algn="l">
              <a:defRPr sz="2175" b="1">
                <a:solidFill>
                  <a:srgbClr val="FFAC58"/>
                </a:solidFill>
                <a:latin typeface="Arial"/>
                <a:ea typeface="Arial"/>
                <a:cs typeface="Arial"/>
              </a:defRPr>
            </a:lvl6pPr>
            <a:lvl7pPr algn="l">
              <a:defRPr sz="2175" b="1">
                <a:solidFill>
                  <a:srgbClr val="FFAC58"/>
                </a:solidFill>
                <a:latin typeface="Arial"/>
                <a:ea typeface="Arial"/>
                <a:cs typeface="Arial"/>
              </a:defRPr>
            </a:lvl7pPr>
            <a:lvl8pPr algn="l">
              <a:defRPr sz="2175" b="1">
                <a:solidFill>
                  <a:srgbClr val="FFAC58"/>
                </a:solidFill>
                <a:latin typeface="Arial"/>
                <a:ea typeface="Arial"/>
                <a:cs typeface="Arial"/>
              </a:defRPr>
            </a:lvl8pPr>
            <a:lvl9pPr algn="l">
              <a:defRPr sz="2175" b="1">
                <a:solidFill>
                  <a:srgbClr val="FFAC58"/>
                </a:solidFill>
                <a:latin typeface="Arial"/>
                <a:ea typeface="Arial"/>
                <a:cs typeface="Arial"/>
              </a:defRPr>
            </a:lvl9pPr>
          </a:lstStyle>
          <a:p xmlns:a="http://schemas.openxmlformats.org/drawingml/2006/main">
            <a:pPr algn="l">
              <a:defRPr sz="2175" b="1">
                <a:solidFill>
                  <a:srgbClr val="FFAC58"/>
                </a:solidFill>
                <a:latin typeface="Arial"/>
                <a:ea typeface="Arial"/>
                <a:cs typeface="Arial"/>
              </a:defRPr>
            </a:pPr>
            <a:r>
              <a:rPr sz="2175" b="1">
                <a:solidFill>
                  <a:srgbClr val="FFAC58"/>
                </a:solidFill>
                <a:latin typeface="Arial"/>
                <a:ea typeface="Arial"/>
                <a:cs typeface="Arial"/>
              </a:rPr>
              <a:t>Ảnh kiểm thử: 5 phút (300 giây). Demo trực tiếp: 1 phút.</a:t>
            </a:r>
          </a:p>
        </p:txBody>
      </p:sp>
    </p:spTree>
    <p:extLst>
      <p:ext uri="{BB962C8B-B14F-4D97-AF65-F5344CB8AC3E}">
        <p14:creationId xmlns:p14="http://schemas.microsoft.com/office/powerpoint/2010/main" val="1741016483"/>
      </p:ext>
    </p:extLst>
  </p:cSld>
</p:sld>
</file>

<file path=ppt/slides/slide43.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FFD6066-07EE-420A-A9EA-83787CE75DA3}"/>
              </a:ext>
            </a:extLst>
          </p:cNvPr>
          <p:cNvPicPr>
            <a:picLocks xmlns:a="http://schemas.openxmlformats.org/drawingml/2006/main" noChangeAspect="1"/>
          </p:cNvPicPr>
          <p:nvPr/>
        </p:nvPicPr>
        <p:blipFill>
          <a:blip xmlns:r="http://schemas.openxmlformats.org/officeDocument/2006/relationships" xmlns:a="http://schemas.openxmlformats.org/drawingml/2006/main" r:embed="R7aa9d391beee4296"/>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E305DA-3BCC-4347-82B5-03C5BCCFCE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D4A0C58D-E8B1-4908-9FD0-1A0CF6BC2C05}"/>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Kết quả và dọn sau buổi học</a:t>
            </a:r>
          </a:p>
        </p:txBody>
      </p:sp>
      <p:sp>
        <p:nvSpPr>
          <p:cNvPr id="4" name="">
            <a:extLst xmlns:a="http://schemas.openxmlformats.org/drawingml/2006/main">
              <a:ext uri="{FF2B5EF4-FFF2-40B4-BE49-F238E27FC236}">
                <a16:creationId xmlns:a16="http://schemas.microsoft.com/office/drawing/2014/main" id="{89B4E410-1178-4B23-B5DF-A6A0752B9B04}"/>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Báo cáo và tài liệu dự án trên GitHub</a:t>
            </a:r>
          </a:p>
        </p:txBody>
      </p:sp>
      <p:sp>
        <p:nvSpPr>
          <p:cNvPr id="5" name="">
            <a:extLst xmlns:a="http://schemas.openxmlformats.org/drawingml/2006/main">
              <a:ext uri="{FF2B5EF4-FFF2-40B4-BE49-F238E27FC236}">
                <a16:creationId xmlns:a16="http://schemas.microsoft.com/office/drawing/2014/main" id="{2E858756-518D-472A-8812-046ED9BC8DFB}"/>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43 / 45</a:t>
            </a:r>
          </a:p>
        </p:txBody>
      </p:sp>
      <p:sp>
        <p:nvSpPr>
          <p:cNvPr id="6" name="">
            <a:extLst xmlns:a="http://schemas.openxmlformats.org/drawingml/2006/main">
              <a:ext uri="{FF2B5EF4-FFF2-40B4-BE49-F238E27FC236}">
                <a16:creationId xmlns:a16="http://schemas.microsoft.com/office/drawing/2014/main" id="{4E5262CF-2DA3-4D9F-8D9D-CDAF7E18372A}"/>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DACC56F-38CC-48C9-AAFA-2906ACBE9748}"/>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Đã kiểm tra upload, phục hồi và chia sẻ có hạn</a:t>
            </a:r>
          </a:p>
        </p:txBody>
      </p:sp>
      <p:sp>
        <p:nvSpPr>
          <p:cNvPr id="8" name="">
            <a:extLst xmlns:a="http://schemas.openxmlformats.org/drawingml/2006/main">
              <a:ext uri="{FF2B5EF4-FFF2-40B4-BE49-F238E27FC236}">
                <a16:creationId xmlns:a16="http://schemas.microsoft.com/office/drawing/2014/main" id="{140F0A2F-7F8B-4938-B55D-9F5F86581B32}"/>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F5A9F6D-44C0-4EC0-9F9F-46833D945822}"/>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Demo nhỏ kiểm chứng chức năng, không phải benchmark</a:t>
            </a:r>
          </a:p>
        </p:txBody>
      </p:sp>
      <p:sp>
        <p:nvSpPr>
          <p:cNvPr id="10" name="">
            <a:extLst xmlns:a="http://schemas.openxmlformats.org/drawingml/2006/main">
              <a:ext uri="{FF2B5EF4-FFF2-40B4-BE49-F238E27FC236}">
                <a16:creationId xmlns:a16="http://schemas.microsoft.com/office/drawing/2014/main" id="{021F2EC3-5200-403F-91A4-2F476DBD18C9}"/>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A21D1C1-5FC1-4A9F-9CA1-F51F5C5F0B41}"/>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Giữ ảnh dự phòng nếu mạng hoặc phiên đăng nhập lỗi</a:t>
            </a:r>
          </a:p>
        </p:txBody>
      </p:sp>
      <p:sp>
        <p:nvSpPr>
          <p:cNvPr id="12" name="">
            <a:extLst xmlns:a="http://schemas.openxmlformats.org/drawingml/2006/main">
              <a:ext uri="{FF2B5EF4-FFF2-40B4-BE49-F238E27FC236}">
                <a16:creationId xmlns:a16="http://schemas.microsoft.com/office/drawing/2014/main" id="{841F2C55-DF6A-4C8B-B538-41151E1F08C9}"/>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C433E0F2-846B-4FE8-9626-D0543BED49E5}"/>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Theo dõi Billing, dọn versions và bucket khi không dùng</a:t>
            </a:r>
          </a:p>
        </p:txBody>
      </p:sp>
    </p:spTree>
    <p:extLst>
      <p:ext uri="{BB962C8B-B14F-4D97-AF65-F5344CB8AC3E}">
        <p14:creationId xmlns:p14="http://schemas.microsoft.com/office/powerpoint/2010/main" val="46172143"/>
      </p:ext>
    </p:extLst>
  </p:cSld>
</p:sld>
</file>

<file path=ppt/slides/slide44.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DEA25AB-EAA7-461D-BD89-EA4D6EF45FC3}"/>
              </a:ext>
            </a:extLst>
          </p:cNvPr>
          <p:cNvPicPr>
            <a:picLocks xmlns:a="http://schemas.openxmlformats.org/drawingml/2006/main" noChangeAspect="1"/>
          </p:cNvPicPr>
          <p:nvPr/>
        </p:nvPicPr>
        <p:blipFill>
          <a:blip xmlns:r="http://schemas.openxmlformats.org/officeDocument/2006/relationships" xmlns:a="http://schemas.openxmlformats.org/drawingml/2006/main" r:embed="R95c2c1f61469476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250D17D-AE86-4E0B-97B6-157E2AD697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36ED4C11-85E6-4B8F-AE37-CCE61696A3D9}"/>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Ba điều cần nhớ</a:t>
            </a:r>
          </a:p>
        </p:txBody>
      </p:sp>
      <p:sp>
        <p:nvSpPr>
          <p:cNvPr id="4" name="">
            <a:extLst xmlns:a="http://schemas.openxmlformats.org/drawingml/2006/main">
              <a:ext uri="{FF2B5EF4-FFF2-40B4-BE49-F238E27FC236}">
                <a16:creationId xmlns:a16="http://schemas.microsoft.com/office/drawing/2014/main" id="{8F12195A-3545-43B5-9C5F-74E91C3EA1D8}"/>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Tài liệu chính thức AWS</a:t>
            </a:r>
          </a:p>
        </p:txBody>
      </p:sp>
      <p:sp>
        <p:nvSpPr>
          <p:cNvPr id="5" name="">
            <a:extLst xmlns:a="http://schemas.openxmlformats.org/drawingml/2006/main">
              <a:ext uri="{FF2B5EF4-FFF2-40B4-BE49-F238E27FC236}">
                <a16:creationId xmlns:a16="http://schemas.microsoft.com/office/drawing/2014/main" id="{E3ACA1FB-80B7-4DB4-8941-A05D33C4CAC7}"/>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44 / 45</a:t>
            </a:r>
          </a:p>
        </p:txBody>
      </p:sp>
      <p:sp>
        <p:nvSpPr>
          <p:cNvPr id="6" name="">
            <a:extLst xmlns:a="http://schemas.openxmlformats.org/drawingml/2006/main">
              <a:ext uri="{FF2B5EF4-FFF2-40B4-BE49-F238E27FC236}">
                <a16:creationId xmlns:a16="http://schemas.microsoft.com/office/drawing/2014/main" id="{CB81EE0A-9AD9-4481-9C45-3E245901397C}"/>
              </a:ext>
            </a:extLst>
          </p:cNvPr>
          <p:cNvSpPr>
            <a:spLocks xmlns:a="http://schemas.openxmlformats.org/drawingml/2006/main" noGrp="1"/>
          </p:cNvSpPr>
          <p:nvPr/>
        </p:nvSpPr>
        <p:spPr>
          <a:xfrm xmlns:a="http://schemas.openxmlformats.org/drawingml/2006/main">
            <a:off x="762000" y="22098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A10E50B-559C-4708-A6DB-2E8072BDE817}"/>
              </a:ext>
            </a:extLst>
          </p:cNvPr>
          <p:cNvSpPr>
            <a:spLocks xmlns:a="http://schemas.openxmlformats.org/drawingml/2006/main" noGrp="1"/>
          </p:cNvSpPr>
          <p:nvPr/>
        </p:nvSpPr>
        <p:spPr>
          <a:xfrm xmlns:a="http://schemas.openxmlformats.org/drawingml/2006/main">
            <a:off x="1409700" y="21812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S3 lưu object trong bucket, truy cập bằng key</a:t>
            </a:r>
          </a:p>
        </p:txBody>
      </p:sp>
      <p:sp>
        <p:nvSpPr>
          <p:cNvPr id="8" name="">
            <a:extLst xmlns:a="http://schemas.openxmlformats.org/drawingml/2006/main">
              <a:ext uri="{FF2B5EF4-FFF2-40B4-BE49-F238E27FC236}">
                <a16:creationId xmlns:a16="http://schemas.microsoft.com/office/drawing/2014/main" id="{7C5F3170-DC3F-4D2B-8EB4-62BF1BDF11A0}"/>
              </a:ext>
            </a:extLst>
          </p:cNvPr>
          <p:cNvSpPr>
            <a:spLocks xmlns:a="http://schemas.openxmlformats.org/drawingml/2006/main" noGrp="1"/>
          </p:cNvSpPr>
          <p:nvPr/>
        </p:nvSpPr>
        <p:spPr>
          <a:xfrm xmlns:a="http://schemas.openxmlformats.org/drawingml/2006/main">
            <a:off x="762000" y="31242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341FB02-0DC9-409A-9E2C-3C0074CDDE15}"/>
              </a:ext>
            </a:extLst>
          </p:cNvPr>
          <p:cNvSpPr>
            <a:spLocks xmlns:a="http://schemas.openxmlformats.org/drawingml/2006/main" noGrp="1"/>
          </p:cNvSpPr>
          <p:nvPr/>
        </p:nvSpPr>
        <p:spPr>
          <a:xfrm xmlns:a="http://schemas.openxmlformats.org/drawingml/2006/main">
            <a:off x="1409700" y="30956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Versioning giữ lịch sử, presigned URL chia sẻ có hạn</a:t>
            </a:r>
          </a:p>
        </p:txBody>
      </p:sp>
      <p:sp>
        <p:nvSpPr>
          <p:cNvPr id="10" name="">
            <a:extLst xmlns:a="http://schemas.openxmlformats.org/drawingml/2006/main">
              <a:ext uri="{FF2B5EF4-FFF2-40B4-BE49-F238E27FC236}">
                <a16:creationId xmlns:a16="http://schemas.microsoft.com/office/drawing/2014/main" id="{5D6F76CA-F01F-4D46-83A3-E5A192B127A1}"/>
              </a:ext>
            </a:extLst>
          </p:cNvPr>
          <p:cNvSpPr>
            <a:spLocks xmlns:a="http://schemas.openxmlformats.org/drawingml/2006/main" noGrp="1"/>
          </p:cNvSpPr>
          <p:nvPr/>
        </p:nvSpPr>
        <p:spPr>
          <a:xfrm xmlns:a="http://schemas.openxmlformats.org/drawingml/2006/main">
            <a:off x="762000" y="40386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00C7E5"/>
                </a:solidFill>
                <a:latin typeface="Arial"/>
                <a:ea typeface="Arial"/>
                <a:cs typeface="Arial"/>
              </a:defRPr>
            </a:defPPr>
            <a:lvl1pPr algn="l">
              <a:defRPr sz="1725" b="1">
                <a:solidFill>
                  <a:srgbClr val="00C7E5"/>
                </a:solidFill>
                <a:latin typeface="Arial"/>
                <a:ea typeface="Arial"/>
                <a:cs typeface="Arial"/>
              </a:defRPr>
            </a:lvl1pPr>
            <a:lvl2pPr algn="l">
              <a:defRPr sz="1725" b="1">
                <a:solidFill>
                  <a:srgbClr val="00C7E5"/>
                </a:solidFill>
                <a:latin typeface="Arial"/>
                <a:ea typeface="Arial"/>
                <a:cs typeface="Arial"/>
              </a:defRPr>
            </a:lvl2pPr>
            <a:lvl3pPr algn="l">
              <a:defRPr sz="1725" b="1">
                <a:solidFill>
                  <a:srgbClr val="00C7E5"/>
                </a:solidFill>
                <a:latin typeface="Arial"/>
                <a:ea typeface="Arial"/>
                <a:cs typeface="Arial"/>
              </a:defRPr>
            </a:lvl3pPr>
            <a:lvl4pPr algn="l">
              <a:defRPr sz="1725" b="1">
                <a:solidFill>
                  <a:srgbClr val="00C7E5"/>
                </a:solidFill>
                <a:latin typeface="Arial"/>
                <a:ea typeface="Arial"/>
                <a:cs typeface="Arial"/>
              </a:defRPr>
            </a:lvl4pPr>
            <a:lvl5pPr algn="l">
              <a:defRPr sz="1725" b="1">
                <a:solidFill>
                  <a:srgbClr val="00C7E5"/>
                </a:solidFill>
                <a:latin typeface="Arial"/>
                <a:ea typeface="Arial"/>
                <a:cs typeface="Arial"/>
              </a:defRPr>
            </a:lvl5pPr>
            <a:lvl6pPr algn="l">
              <a:defRPr sz="1725" b="1">
                <a:solidFill>
                  <a:srgbClr val="00C7E5"/>
                </a:solidFill>
                <a:latin typeface="Arial"/>
                <a:ea typeface="Arial"/>
                <a:cs typeface="Arial"/>
              </a:defRPr>
            </a:lvl6pPr>
            <a:lvl7pPr algn="l">
              <a:defRPr sz="1725" b="1">
                <a:solidFill>
                  <a:srgbClr val="00C7E5"/>
                </a:solidFill>
                <a:latin typeface="Arial"/>
                <a:ea typeface="Arial"/>
                <a:cs typeface="Arial"/>
              </a:defRPr>
            </a:lvl7pPr>
            <a:lvl8pPr algn="l">
              <a:defRPr sz="1725" b="1">
                <a:solidFill>
                  <a:srgbClr val="00C7E5"/>
                </a:solidFill>
                <a:latin typeface="Arial"/>
                <a:ea typeface="Arial"/>
                <a:cs typeface="Arial"/>
              </a:defRPr>
            </a:lvl8pPr>
            <a:lvl9pPr algn="l">
              <a:defRPr sz="1725" b="1">
                <a:solidFill>
                  <a:srgbClr val="00C7E5"/>
                </a:solidFill>
                <a:latin typeface="Arial"/>
                <a:ea typeface="Arial"/>
                <a:cs typeface="Arial"/>
              </a:defRPr>
            </a:lvl9pPr>
          </a:lstStyle>
          <a:p xmlns:a="http://schemas.openxmlformats.org/drawingml/2006/main">
            <a:pPr algn="l">
              <a:defRPr sz="1725" b="1">
                <a:solidFill>
                  <a:srgbClr val="00C7E5"/>
                </a:solidFill>
                <a:latin typeface="Arial"/>
                <a:ea typeface="Arial"/>
                <a:cs typeface="Arial"/>
              </a:defRPr>
            </a:pPr>
            <a:r>
              <a:rPr sz="1725" b="1">
                <a:solidFill>
                  <a:srgbClr val="00C7E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297C2B9-A0FE-4587-B9FE-B69E29151759}"/>
              </a:ext>
            </a:extLst>
          </p:cNvPr>
          <p:cNvSpPr>
            <a:spLocks xmlns:a="http://schemas.openxmlformats.org/drawingml/2006/main" noGrp="1"/>
          </p:cNvSpPr>
          <p:nvPr/>
        </p:nvSpPr>
        <p:spPr>
          <a:xfrm xmlns:a="http://schemas.openxmlformats.org/drawingml/2006/main">
            <a:off x="1409700" y="40100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Dùng đúng quyền, lớp lưu trữ và cách tính phí</a:t>
            </a:r>
          </a:p>
        </p:txBody>
      </p:sp>
      <p:sp>
        <p:nvSpPr>
          <p:cNvPr id="12" name="">
            <a:extLst xmlns:a="http://schemas.openxmlformats.org/drawingml/2006/main">
              <a:ext uri="{FF2B5EF4-FFF2-40B4-BE49-F238E27FC236}">
                <a16:creationId xmlns:a16="http://schemas.microsoft.com/office/drawing/2014/main" id="{D65D74E0-1023-4487-B1FC-7AB1EB385711}"/>
              </a:ext>
            </a:extLst>
          </p:cNvPr>
          <p:cNvSpPr>
            <a:spLocks xmlns:a="http://schemas.openxmlformats.org/drawingml/2006/main" noGrp="1"/>
          </p:cNvSpPr>
          <p:nvPr/>
        </p:nvSpPr>
        <p:spPr>
          <a:xfrm xmlns:a="http://schemas.openxmlformats.org/drawingml/2006/main">
            <a:off x="762000" y="49530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FFAC58"/>
                </a:solidFill>
                <a:latin typeface="Arial"/>
                <a:ea typeface="Arial"/>
                <a:cs typeface="Arial"/>
              </a:defRPr>
            </a:defPPr>
            <a:lvl1pPr algn="l">
              <a:defRPr sz="1725" b="1">
                <a:solidFill>
                  <a:srgbClr val="FFAC58"/>
                </a:solidFill>
                <a:latin typeface="Arial"/>
                <a:ea typeface="Arial"/>
                <a:cs typeface="Arial"/>
              </a:defRPr>
            </a:lvl1pPr>
            <a:lvl2pPr algn="l">
              <a:defRPr sz="1725" b="1">
                <a:solidFill>
                  <a:srgbClr val="FFAC58"/>
                </a:solidFill>
                <a:latin typeface="Arial"/>
                <a:ea typeface="Arial"/>
                <a:cs typeface="Arial"/>
              </a:defRPr>
            </a:lvl2pPr>
            <a:lvl3pPr algn="l">
              <a:defRPr sz="1725" b="1">
                <a:solidFill>
                  <a:srgbClr val="FFAC58"/>
                </a:solidFill>
                <a:latin typeface="Arial"/>
                <a:ea typeface="Arial"/>
                <a:cs typeface="Arial"/>
              </a:defRPr>
            </a:lvl3pPr>
            <a:lvl4pPr algn="l">
              <a:defRPr sz="1725" b="1">
                <a:solidFill>
                  <a:srgbClr val="FFAC58"/>
                </a:solidFill>
                <a:latin typeface="Arial"/>
                <a:ea typeface="Arial"/>
                <a:cs typeface="Arial"/>
              </a:defRPr>
            </a:lvl4pPr>
            <a:lvl5pPr algn="l">
              <a:defRPr sz="1725" b="1">
                <a:solidFill>
                  <a:srgbClr val="FFAC58"/>
                </a:solidFill>
                <a:latin typeface="Arial"/>
                <a:ea typeface="Arial"/>
                <a:cs typeface="Arial"/>
              </a:defRPr>
            </a:lvl5pPr>
            <a:lvl6pPr algn="l">
              <a:defRPr sz="1725" b="1">
                <a:solidFill>
                  <a:srgbClr val="FFAC58"/>
                </a:solidFill>
                <a:latin typeface="Arial"/>
                <a:ea typeface="Arial"/>
                <a:cs typeface="Arial"/>
              </a:defRPr>
            </a:lvl6pPr>
            <a:lvl7pPr algn="l">
              <a:defRPr sz="1725" b="1">
                <a:solidFill>
                  <a:srgbClr val="FFAC58"/>
                </a:solidFill>
                <a:latin typeface="Arial"/>
                <a:ea typeface="Arial"/>
                <a:cs typeface="Arial"/>
              </a:defRPr>
            </a:lvl7pPr>
            <a:lvl8pPr algn="l">
              <a:defRPr sz="1725" b="1">
                <a:solidFill>
                  <a:srgbClr val="FFAC58"/>
                </a:solidFill>
                <a:latin typeface="Arial"/>
                <a:ea typeface="Arial"/>
                <a:cs typeface="Arial"/>
              </a:defRPr>
            </a:lvl8pPr>
            <a:lvl9pPr algn="l">
              <a:defRPr sz="1725" b="1">
                <a:solidFill>
                  <a:srgbClr val="FFAC58"/>
                </a:solidFill>
                <a:latin typeface="Arial"/>
                <a:ea typeface="Arial"/>
                <a:cs typeface="Arial"/>
              </a:defRPr>
            </a:lvl9pPr>
          </a:lstStyle>
          <a:p xmlns:a="http://schemas.openxmlformats.org/drawingml/2006/main">
            <a:pPr algn="l">
              <a:defRPr sz="1725" b="1">
                <a:solidFill>
                  <a:srgbClr val="FFAC58"/>
                </a:solidFill>
                <a:latin typeface="Arial"/>
                <a:ea typeface="Arial"/>
                <a:cs typeface="Arial"/>
              </a:defRPr>
            </a:pPr>
            <a:r>
              <a:rPr sz="1725" b="1">
                <a:solidFill>
                  <a:srgbClr val="FFAC5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030E7484-58E9-47D2-9667-B5440A08797E}"/>
              </a:ext>
            </a:extLst>
          </p:cNvPr>
          <p:cNvSpPr>
            <a:spLocks xmlns:a="http://schemas.openxmlformats.org/drawingml/2006/main" noGrp="1"/>
          </p:cNvSpPr>
          <p:nvPr/>
        </p:nvSpPr>
        <p:spPr>
          <a:xfrm xmlns:a="http://schemas.openxmlformats.org/drawingml/2006/main">
            <a:off x="1409700" y="4924425"/>
            <a:ext cx="99250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F4F8FC"/>
                </a:solidFill>
                <a:latin typeface="Arial"/>
                <a:ea typeface="Arial"/>
                <a:cs typeface="Arial"/>
              </a:defRPr>
            </a:defPPr>
            <a:lvl1pPr algn="l">
              <a:defRPr sz="2550" b="0">
                <a:solidFill>
                  <a:srgbClr val="F4F8FC"/>
                </a:solidFill>
                <a:latin typeface="Arial"/>
                <a:ea typeface="Arial"/>
                <a:cs typeface="Arial"/>
              </a:defRPr>
            </a:lvl1pPr>
            <a:lvl2pPr algn="l">
              <a:defRPr sz="2550" b="0">
                <a:solidFill>
                  <a:srgbClr val="F4F8FC"/>
                </a:solidFill>
                <a:latin typeface="Arial"/>
                <a:ea typeface="Arial"/>
                <a:cs typeface="Arial"/>
              </a:defRPr>
            </a:lvl2pPr>
            <a:lvl3pPr algn="l">
              <a:defRPr sz="2550" b="0">
                <a:solidFill>
                  <a:srgbClr val="F4F8FC"/>
                </a:solidFill>
                <a:latin typeface="Arial"/>
                <a:ea typeface="Arial"/>
                <a:cs typeface="Arial"/>
              </a:defRPr>
            </a:lvl3pPr>
            <a:lvl4pPr algn="l">
              <a:defRPr sz="2550" b="0">
                <a:solidFill>
                  <a:srgbClr val="F4F8FC"/>
                </a:solidFill>
                <a:latin typeface="Arial"/>
                <a:ea typeface="Arial"/>
                <a:cs typeface="Arial"/>
              </a:defRPr>
            </a:lvl4pPr>
            <a:lvl5pPr algn="l">
              <a:defRPr sz="2550" b="0">
                <a:solidFill>
                  <a:srgbClr val="F4F8FC"/>
                </a:solidFill>
                <a:latin typeface="Arial"/>
                <a:ea typeface="Arial"/>
                <a:cs typeface="Arial"/>
              </a:defRPr>
            </a:lvl5pPr>
            <a:lvl6pPr algn="l">
              <a:defRPr sz="2550" b="0">
                <a:solidFill>
                  <a:srgbClr val="F4F8FC"/>
                </a:solidFill>
                <a:latin typeface="Arial"/>
                <a:ea typeface="Arial"/>
                <a:cs typeface="Arial"/>
              </a:defRPr>
            </a:lvl6pPr>
            <a:lvl7pPr algn="l">
              <a:defRPr sz="2550" b="0">
                <a:solidFill>
                  <a:srgbClr val="F4F8FC"/>
                </a:solidFill>
                <a:latin typeface="Arial"/>
                <a:ea typeface="Arial"/>
                <a:cs typeface="Arial"/>
              </a:defRPr>
            </a:lvl7pPr>
            <a:lvl8pPr algn="l">
              <a:defRPr sz="2550" b="0">
                <a:solidFill>
                  <a:srgbClr val="F4F8FC"/>
                </a:solidFill>
                <a:latin typeface="Arial"/>
                <a:ea typeface="Arial"/>
                <a:cs typeface="Arial"/>
              </a:defRPr>
            </a:lvl8pPr>
            <a:lvl9pPr algn="l">
              <a:defRPr sz="2550" b="0">
                <a:solidFill>
                  <a:srgbClr val="F4F8FC"/>
                </a:solidFill>
                <a:latin typeface="Arial"/>
                <a:ea typeface="Arial"/>
                <a:cs typeface="Arial"/>
              </a:defRPr>
            </a:lvl9pPr>
          </a:lstStyle>
          <a:p xmlns:a="http://schemas.openxmlformats.org/drawingml/2006/main">
            <a:pPr algn="l">
              <a:defRPr sz="2550" b="0">
                <a:solidFill>
                  <a:srgbClr val="F4F8FC"/>
                </a:solidFill>
                <a:latin typeface="Arial"/>
                <a:ea typeface="Arial"/>
                <a:cs typeface="Arial"/>
              </a:defRPr>
            </a:pPr>
            <a:r>
              <a:rPr sz="2550" b="0">
                <a:solidFill>
                  <a:srgbClr val="F4F8FC"/>
                </a:solidFill>
                <a:latin typeface="Arial"/>
                <a:ea typeface="Arial"/>
                <a:cs typeface="Arial"/>
              </a:rPr>
              <a:t>Trao đổi: Vì sao URL thường bị chặn nhưng link đã ký đọc được?</a:t>
            </a:r>
          </a:p>
        </p:txBody>
      </p:sp>
    </p:spTree>
    <p:extLst>
      <p:ext uri="{BB962C8B-B14F-4D97-AF65-F5344CB8AC3E}">
        <p14:creationId xmlns:p14="http://schemas.microsoft.com/office/powerpoint/2010/main" val="1950105377"/>
      </p:ext>
    </p:extLst>
  </p:cSld>
</p:sld>
</file>

<file path=ppt/slides/slide45.xml><?xml version="1.0" encoding="utf-8"?>
<p:sld xmlns:p="http://schemas.openxmlformats.org/presentationml/2006/main">
  <p:cSld>
    <p:bg>
      <p:bgPr>
        <a:solidFill xmlns:a="http://schemas.openxmlformats.org/drawingml/2006/main">
          <a:srgbClr val="051321"/>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37A51B1-81AF-49BB-950C-CDA1B581A661}"/>
              </a:ext>
            </a:extLst>
          </p:cNvPr>
          <p:cNvPicPr>
            <a:picLocks xmlns:a="http://schemas.openxmlformats.org/drawingml/2006/main" noChangeAspect="1"/>
          </p:cNvPicPr>
          <p:nvPr/>
        </p:nvPicPr>
        <p:blipFill>
          <a:blip xmlns:r="http://schemas.openxmlformats.org/officeDocument/2006/relationships" xmlns:a="http://schemas.openxmlformats.org/drawingml/2006/main" r:embed="Rd0cac58fe260497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A062FD3-BA7A-4BA2-B2C5-E48853B962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1321">
              <a:alpha val="88000"/>
            </a:srgbClr>
          </a:solidFill>
          <a:ln xmlns:a="http://schemas.openxmlformats.org/drawingml/2006/main" w="0">
            <a:noFill/>
            <a:prstDash val="solid"/>
          </a:ln>
        </p:spPr>
      </p:sp>
      <p:sp>
        <p:nvSpPr>
          <p:cNvPr id="3" name="slide-title">
            <a:extLst xmlns:a="http://schemas.openxmlformats.org/drawingml/2006/main">
              <a:ext uri="{FF2B5EF4-FFF2-40B4-BE49-F238E27FC236}">
                <a16:creationId xmlns:a16="http://schemas.microsoft.com/office/drawing/2014/main" id="{89B523FA-C1E1-4223-BED0-F38BDADD09B1}"/>
              </a:ext>
            </a:extLst>
          </p:cNvPr>
          <p:cNvSpPr>
            <a:spLocks xmlns:a="http://schemas.openxmlformats.org/drawingml/2006/main" noGrp="1"/>
          </p:cNvSpPr>
          <p:nvPr/>
        </p:nvSpPr>
        <p:spPr>
          <a:xfrm xmlns:a="http://schemas.openxmlformats.org/drawingml/2006/main">
            <a:off x="704850" y="590550"/>
            <a:ext cx="107823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4F8FC"/>
                </a:solidFill>
                <a:latin typeface="Arial"/>
                <a:ea typeface="Arial"/>
                <a:cs typeface="Arial"/>
              </a:defRPr>
            </a:defPPr>
            <a:lvl1pPr algn="l">
              <a:defRPr sz="3900" b="1">
                <a:solidFill>
                  <a:srgbClr val="F4F8FC"/>
                </a:solidFill>
                <a:latin typeface="Arial"/>
                <a:ea typeface="Arial"/>
                <a:cs typeface="Arial"/>
              </a:defRPr>
            </a:lvl1pPr>
            <a:lvl2pPr algn="l">
              <a:defRPr sz="3900" b="1">
                <a:solidFill>
                  <a:srgbClr val="F4F8FC"/>
                </a:solidFill>
                <a:latin typeface="Arial"/>
                <a:ea typeface="Arial"/>
                <a:cs typeface="Arial"/>
              </a:defRPr>
            </a:lvl2pPr>
            <a:lvl3pPr algn="l">
              <a:defRPr sz="3900" b="1">
                <a:solidFill>
                  <a:srgbClr val="F4F8FC"/>
                </a:solidFill>
                <a:latin typeface="Arial"/>
                <a:ea typeface="Arial"/>
                <a:cs typeface="Arial"/>
              </a:defRPr>
            </a:lvl3pPr>
            <a:lvl4pPr algn="l">
              <a:defRPr sz="3900" b="1">
                <a:solidFill>
                  <a:srgbClr val="F4F8FC"/>
                </a:solidFill>
                <a:latin typeface="Arial"/>
                <a:ea typeface="Arial"/>
                <a:cs typeface="Arial"/>
              </a:defRPr>
            </a:lvl4pPr>
            <a:lvl5pPr algn="l">
              <a:defRPr sz="3900" b="1">
                <a:solidFill>
                  <a:srgbClr val="F4F8FC"/>
                </a:solidFill>
                <a:latin typeface="Arial"/>
                <a:ea typeface="Arial"/>
                <a:cs typeface="Arial"/>
              </a:defRPr>
            </a:lvl5pPr>
            <a:lvl6pPr algn="l">
              <a:defRPr sz="3900" b="1">
                <a:solidFill>
                  <a:srgbClr val="F4F8FC"/>
                </a:solidFill>
                <a:latin typeface="Arial"/>
                <a:ea typeface="Arial"/>
                <a:cs typeface="Arial"/>
              </a:defRPr>
            </a:lvl6pPr>
            <a:lvl7pPr algn="l">
              <a:defRPr sz="3900" b="1">
                <a:solidFill>
                  <a:srgbClr val="F4F8FC"/>
                </a:solidFill>
                <a:latin typeface="Arial"/>
                <a:ea typeface="Arial"/>
                <a:cs typeface="Arial"/>
              </a:defRPr>
            </a:lvl7pPr>
            <a:lvl8pPr algn="l">
              <a:defRPr sz="3900" b="1">
                <a:solidFill>
                  <a:srgbClr val="F4F8FC"/>
                </a:solidFill>
                <a:latin typeface="Arial"/>
                <a:ea typeface="Arial"/>
                <a:cs typeface="Arial"/>
              </a:defRPr>
            </a:lvl8pPr>
            <a:lvl9pPr algn="l">
              <a:defRPr sz="3900" b="1">
                <a:solidFill>
                  <a:srgbClr val="F4F8FC"/>
                </a:solidFill>
                <a:latin typeface="Arial"/>
                <a:ea typeface="Arial"/>
                <a:cs typeface="Arial"/>
              </a:defRPr>
            </a:lvl9pPr>
          </a:lstStyle>
          <a:p xmlns:a="http://schemas.openxmlformats.org/drawingml/2006/main">
            <a:pPr algn="l">
              <a:defRPr sz="3900" b="1">
                <a:solidFill>
                  <a:srgbClr val="F4F8FC"/>
                </a:solidFill>
                <a:latin typeface="Arial"/>
                <a:ea typeface="Arial"/>
                <a:cs typeface="Arial"/>
              </a:defRPr>
            </a:pPr>
            <a:r>
              <a:rPr sz="3900" b="1">
                <a:solidFill>
                  <a:srgbClr val="F4F8FC"/>
                </a:solidFill>
                <a:latin typeface="Arial"/>
                <a:ea typeface="Arial"/>
                <a:cs typeface="Arial"/>
              </a:rPr>
              <a:t>Tài liệu và mã nguồn bàn giao</a:t>
            </a:r>
          </a:p>
        </p:txBody>
      </p:sp>
      <p:sp>
        <p:nvSpPr>
          <p:cNvPr id="4" name="">
            <a:extLst xmlns:a="http://schemas.openxmlformats.org/drawingml/2006/main">
              <a:ext uri="{FF2B5EF4-FFF2-40B4-BE49-F238E27FC236}">
                <a16:creationId xmlns:a16="http://schemas.microsoft.com/office/drawing/2014/main" id="{B33BDC67-152B-483C-A399-3D3D0D893795}"/>
              </a:ext>
            </a:extLst>
          </p:cNvPr>
          <p:cNvSpPr>
            <a:spLocks xmlns:a="http://schemas.openxmlformats.org/drawingml/2006/main" noGrp="1"/>
          </p:cNvSpPr>
          <p:nvPr/>
        </p:nvSpPr>
        <p:spPr>
          <a:xfrm xmlns:a="http://schemas.openxmlformats.org/drawingml/2006/main">
            <a:off x="723900" y="6419850"/>
            <a:ext cx="962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8BFCE"/>
                </a:solidFill>
                <a:latin typeface="Arial"/>
                <a:ea typeface="Arial"/>
                <a:cs typeface="Arial"/>
              </a:defRPr>
            </a:defPPr>
            <a:lvl1pPr algn="l">
              <a:defRPr sz="1050" b="0">
                <a:solidFill>
                  <a:srgbClr val="A8BFCE"/>
                </a:solidFill>
                <a:latin typeface="Arial"/>
                <a:ea typeface="Arial"/>
                <a:cs typeface="Arial"/>
              </a:defRPr>
            </a:lvl1pPr>
            <a:lvl2pPr algn="l">
              <a:defRPr sz="1050" b="0">
                <a:solidFill>
                  <a:srgbClr val="A8BFCE"/>
                </a:solidFill>
                <a:latin typeface="Arial"/>
                <a:ea typeface="Arial"/>
                <a:cs typeface="Arial"/>
              </a:defRPr>
            </a:lvl2pPr>
            <a:lvl3pPr algn="l">
              <a:defRPr sz="1050" b="0">
                <a:solidFill>
                  <a:srgbClr val="A8BFCE"/>
                </a:solidFill>
                <a:latin typeface="Arial"/>
                <a:ea typeface="Arial"/>
                <a:cs typeface="Arial"/>
              </a:defRPr>
            </a:lvl3pPr>
            <a:lvl4pPr algn="l">
              <a:defRPr sz="1050" b="0">
                <a:solidFill>
                  <a:srgbClr val="A8BFCE"/>
                </a:solidFill>
                <a:latin typeface="Arial"/>
                <a:ea typeface="Arial"/>
                <a:cs typeface="Arial"/>
              </a:defRPr>
            </a:lvl4pPr>
            <a:lvl5pPr algn="l">
              <a:defRPr sz="1050" b="0">
                <a:solidFill>
                  <a:srgbClr val="A8BFCE"/>
                </a:solidFill>
                <a:latin typeface="Arial"/>
                <a:ea typeface="Arial"/>
                <a:cs typeface="Arial"/>
              </a:defRPr>
            </a:lvl5pPr>
            <a:lvl6pPr algn="l">
              <a:defRPr sz="1050" b="0">
                <a:solidFill>
                  <a:srgbClr val="A8BFCE"/>
                </a:solidFill>
                <a:latin typeface="Arial"/>
                <a:ea typeface="Arial"/>
                <a:cs typeface="Arial"/>
              </a:defRPr>
            </a:lvl6pPr>
            <a:lvl7pPr algn="l">
              <a:defRPr sz="1050" b="0">
                <a:solidFill>
                  <a:srgbClr val="A8BFCE"/>
                </a:solidFill>
                <a:latin typeface="Arial"/>
                <a:ea typeface="Arial"/>
                <a:cs typeface="Arial"/>
              </a:defRPr>
            </a:lvl7pPr>
            <a:lvl8pPr algn="l">
              <a:defRPr sz="1050" b="0">
                <a:solidFill>
                  <a:srgbClr val="A8BFCE"/>
                </a:solidFill>
                <a:latin typeface="Arial"/>
                <a:ea typeface="Arial"/>
                <a:cs typeface="Arial"/>
              </a:defRPr>
            </a:lvl8pPr>
            <a:lvl9pPr algn="l">
              <a:defRPr sz="1050" b="0">
                <a:solidFill>
                  <a:srgbClr val="A8BFCE"/>
                </a:solidFill>
                <a:latin typeface="Arial"/>
                <a:ea typeface="Arial"/>
                <a:cs typeface="Arial"/>
              </a:defRPr>
            </a:lvl9pPr>
          </a:lstStyle>
          <a:p xmlns:a="http://schemas.openxmlformats.org/drawingml/2006/main">
            <a:pPr algn="l">
              <a:defRPr sz="1050" b="0">
                <a:solidFill>
                  <a:srgbClr val="A8BFCE"/>
                </a:solidFill>
                <a:latin typeface="Arial"/>
                <a:ea typeface="Arial"/>
                <a:cs typeface="Arial"/>
              </a:defRPr>
            </a:pPr>
            <a:r>
              <a:rPr sz="1050" b="0">
                <a:solidFill>
                  <a:srgbClr val="A8BFCE"/>
                </a:solidFill>
                <a:latin typeface="Arial"/>
                <a:ea typeface="Arial"/>
                <a:cs typeface="Arial"/>
              </a:rPr>
              <a:t>Nguồn: Báo cáo và tài liệu dự án trên GitHub</a:t>
            </a:r>
          </a:p>
        </p:txBody>
      </p:sp>
      <p:sp>
        <p:nvSpPr>
          <p:cNvPr id="5" name="">
            <a:extLst xmlns:a="http://schemas.openxmlformats.org/drawingml/2006/main">
              <a:ext uri="{FF2B5EF4-FFF2-40B4-BE49-F238E27FC236}">
                <a16:creationId xmlns:a16="http://schemas.microsoft.com/office/drawing/2014/main" id="{B219BE2C-E8D3-414A-ADC8-9282EADE3AA6}"/>
              </a:ext>
            </a:extLst>
          </p:cNvPr>
          <p:cNvSpPr>
            <a:spLocks xmlns:a="http://schemas.openxmlformats.org/drawingml/2006/main" noGrp="1"/>
          </p:cNvSpPr>
          <p:nvPr/>
        </p:nvSpPr>
        <p:spPr>
          <a:xfrm xmlns:a="http://schemas.openxmlformats.org/drawingml/2006/main">
            <a:off x="10763250" y="641032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8BFCE"/>
                </a:solidFill>
                <a:latin typeface="Arial"/>
                <a:ea typeface="Arial"/>
                <a:cs typeface="Arial"/>
              </a:defRPr>
            </a:defPPr>
            <a:lvl1pPr algn="r">
              <a:defRPr sz="1275" b="0">
                <a:solidFill>
                  <a:srgbClr val="A8BFCE"/>
                </a:solidFill>
                <a:latin typeface="Arial"/>
                <a:ea typeface="Arial"/>
                <a:cs typeface="Arial"/>
              </a:defRPr>
            </a:lvl1pPr>
            <a:lvl2pPr algn="r">
              <a:defRPr sz="1275" b="0">
                <a:solidFill>
                  <a:srgbClr val="A8BFCE"/>
                </a:solidFill>
                <a:latin typeface="Arial"/>
                <a:ea typeface="Arial"/>
                <a:cs typeface="Arial"/>
              </a:defRPr>
            </a:lvl2pPr>
            <a:lvl3pPr algn="r">
              <a:defRPr sz="1275" b="0">
                <a:solidFill>
                  <a:srgbClr val="A8BFCE"/>
                </a:solidFill>
                <a:latin typeface="Arial"/>
                <a:ea typeface="Arial"/>
                <a:cs typeface="Arial"/>
              </a:defRPr>
            </a:lvl3pPr>
            <a:lvl4pPr algn="r">
              <a:defRPr sz="1275" b="0">
                <a:solidFill>
                  <a:srgbClr val="A8BFCE"/>
                </a:solidFill>
                <a:latin typeface="Arial"/>
                <a:ea typeface="Arial"/>
                <a:cs typeface="Arial"/>
              </a:defRPr>
            </a:lvl4pPr>
            <a:lvl5pPr algn="r">
              <a:defRPr sz="1275" b="0">
                <a:solidFill>
                  <a:srgbClr val="A8BFCE"/>
                </a:solidFill>
                <a:latin typeface="Arial"/>
                <a:ea typeface="Arial"/>
                <a:cs typeface="Arial"/>
              </a:defRPr>
            </a:lvl5pPr>
            <a:lvl6pPr algn="r">
              <a:defRPr sz="1275" b="0">
                <a:solidFill>
                  <a:srgbClr val="A8BFCE"/>
                </a:solidFill>
                <a:latin typeface="Arial"/>
                <a:ea typeface="Arial"/>
                <a:cs typeface="Arial"/>
              </a:defRPr>
            </a:lvl6pPr>
            <a:lvl7pPr algn="r">
              <a:defRPr sz="1275" b="0">
                <a:solidFill>
                  <a:srgbClr val="A8BFCE"/>
                </a:solidFill>
                <a:latin typeface="Arial"/>
                <a:ea typeface="Arial"/>
                <a:cs typeface="Arial"/>
              </a:defRPr>
            </a:lvl7pPr>
            <a:lvl8pPr algn="r">
              <a:defRPr sz="1275" b="0">
                <a:solidFill>
                  <a:srgbClr val="A8BFCE"/>
                </a:solidFill>
                <a:latin typeface="Arial"/>
                <a:ea typeface="Arial"/>
                <a:cs typeface="Arial"/>
              </a:defRPr>
            </a:lvl8pPr>
            <a:lvl9pPr algn="r">
              <a:defRPr sz="1275" b="0">
                <a:solidFill>
                  <a:srgbClr val="A8BFCE"/>
                </a:solidFill>
                <a:latin typeface="Arial"/>
                <a:ea typeface="Arial"/>
                <a:cs typeface="Arial"/>
              </a:defRPr>
            </a:lvl9pPr>
          </a:lstStyle>
          <a:p xmlns:a="http://schemas.openxmlformats.org/drawingml/2006/main">
            <a:pPr algn="r">
              <a:defRPr sz="1275" b="0">
                <a:solidFill>
                  <a:srgbClr val="A8BFCE"/>
                </a:solidFill>
                <a:latin typeface="Arial"/>
                <a:ea typeface="Arial"/>
                <a:cs typeface="Arial"/>
              </a:defRPr>
            </a:pPr>
            <a:r>
              <a:rPr sz="1275" b="0">
                <a:solidFill>
                  <a:srgbClr val="A8BFCE"/>
                </a:solidFill>
                <a:latin typeface="Arial"/>
                <a:ea typeface="Arial"/>
                <a:cs typeface="Arial"/>
              </a:rPr>
              <a:t>45 / 45</a:t>
            </a:r>
          </a:p>
        </p:txBody>
      </p:sp>
      <p:sp>
        <p:nvSpPr>
          <p:cNvPr id="6" name="">
            <a:extLst xmlns:a="http://schemas.openxmlformats.org/drawingml/2006/main">
              <a:ext uri="{FF2B5EF4-FFF2-40B4-BE49-F238E27FC236}">
                <a16:creationId xmlns:a16="http://schemas.microsoft.com/office/drawing/2014/main" id="{D7CB8C10-AA54-4A93-826F-C737F466AB73}"/>
              </a:ext>
            </a:extLst>
          </p:cNvPr>
          <p:cNvSpPr>
            <a:spLocks xmlns:a="http://schemas.openxmlformats.org/drawingml/2006/main" noGrp="1"/>
          </p:cNvSpPr>
          <p:nvPr/>
        </p:nvSpPr>
        <p:spPr>
          <a:xfrm xmlns:a="http://schemas.openxmlformats.org/drawingml/2006/main">
            <a:off x="781050" y="22383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00C7E5"/>
                </a:solidFill>
                <a:latin typeface="Arial"/>
                <a:ea typeface="Arial"/>
                <a:cs typeface="Arial"/>
              </a:defRPr>
            </a:defPPr>
            <a:lvl1pPr algn="l">
              <a:defRPr sz="2925" b="1">
                <a:solidFill>
                  <a:srgbClr val="00C7E5"/>
                </a:solidFill>
                <a:latin typeface="Arial"/>
                <a:ea typeface="Arial"/>
                <a:cs typeface="Arial"/>
              </a:defRPr>
            </a:lvl1pPr>
            <a:lvl2pPr algn="l">
              <a:defRPr sz="2925" b="1">
                <a:solidFill>
                  <a:srgbClr val="00C7E5"/>
                </a:solidFill>
                <a:latin typeface="Arial"/>
                <a:ea typeface="Arial"/>
                <a:cs typeface="Arial"/>
              </a:defRPr>
            </a:lvl2pPr>
            <a:lvl3pPr algn="l">
              <a:defRPr sz="2925" b="1">
                <a:solidFill>
                  <a:srgbClr val="00C7E5"/>
                </a:solidFill>
                <a:latin typeface="Arial"/>
                <a:ea typeface="Arial"/>
                <a:cs typeface="Arial"/>
              </a:defRPr>
            </a:lvl3pPr>
            <a:lvl4pPr algn="l">
              <a:defRPr sz="2925" b="1">
                <a:solidFill>
                  <a:srgbClr val="00C7E5"/>
                </a:solidFill>
                <a:latin typeface="Arial"/>
                <a:ea typeface="Arial"/>
                <a:cs typeface="Arial"/>
              </a:defRPr>
            </a:lvl4pPr>
            <a:lvl5pPr algn="l">
              <a:defRPr sz="2925" b="1">
                <a:solidFill>
                  <a:srgbClr val="00C7E5"/>
                </a:solidFill>
                <a:latin typeface="Arial"/>
                <a:ea typeface="Arial"/>
                <a:cs typeface="Arial"/>
              </a:defRPr>
            </a:lvl5pPr>
            <a:lvl6pPr algn="l">
              <a:defRPr sz="2925" b="1">
                <a:solidFill>
                  <a:srgbClr val="00C7E5"/>
                </a:solidFill>
                <a:latin typeface="Arial"/>
                <a:ea typeface="Arial"/>
                <a:cs typeface="Arial"/>
              </a:defRPr>
            </a:lvl6pPr>
            <a:lvl7pPr algn="l">
              <a:defRPr sz="2925" b="1">
                <a:solidFill>
                  <a:srgbClr val="00C7E5"/>
                </a:solidFill>
                <a:latin typeface="Arial"/>
                <a:ea typeface="Arial"/>
                <a:cs typeface="Arial"/>
              </a:defRPr>
            </a:lvl7pPr>
            <a:lvl8pPr algn="l">
              <a:defRPr sz="2925" b="1">
                <a:solidFill>
                  <a:srgbClr val="00C7E5"/>
                </a:solidFill>
                <a:latin typeface="Arial"/>
                <a:ea typeface="Arial"/>
                <a:cs typeface="Arial"/>
              </a:defRPr>
            </a:lvl8pPr>
            <a:lvl9pPr algn="l">
              <a:defRPr sz="2925" b="1">
                <a:solidFill>
                  <a:srgbClr val="00C7E5"/>
                </a:solidFill>
                <a:latin typeface="Arial"/>
                <a:ea typeface="Arial"/>
                <a:cs typeface="Arial"/>
              </a:defRPr>
            </a:lvl9pPr>
          </a:lstStyle>
          <a:p xmlns:a="http://schemas.openxmlformats.org/drawingml/2006/main">
            <a:pPr algn="l">
              <a:defRPr sz="2925" b="1">
                <a:solidFill>
                  <a:srgbClr val="00C7E5"/>
                </a:solidFill>
                <a:latin typeface="Arial"/>
                <a:ea typeface="Arial"/>
                <a:cs typeface="Arial"/>
              </a:defRPr>
            </a:pPr>
            <a:r>
              <a:rPr sz="2925" b="1">
                <a:solidFill>
                  <a:srgbClr val="00C7E5"/>
                </a:solidFill>
                <a:latin typeface="Arial"/>
                <a:ea typeface="Arial"/>
                <a:cs typeface="Arial"/>
              </a:rPr>
              <a:t>Tài liệu AWS chính thức</a:t>
            </a:r>
          </a:p>
        </p:txBody>
      </p:sp>
      <p:sp>
        <p:nvSpPr>
          <p:cNvPr id="7" name="">
            <a:extLst xmlns:a="http://schemas.openxmlformats.org/drawingml/2006/main">
              <a:ext uri="{FF2B5EF4-FFF2-40B4-BE49-F238E27FC236}">
                <a16:creationId xmlns:a16="http://schemas.microsoft.com/office/drawing/2014/main" id="{BA346401-6197-49CA-8F26-865804994A66}"/>
              </a:ext>
            </a:extLst>
          </p:cNvPr>
          <p:cNvSpPr>
            <a:spLocks xmlns:a="http://schemas.openxmlformats.org/drawingml/2006/main" noGrp="1"/>
          </p:cNvSpPr>
          <p:nvPr/>
        </p:nvSpPr>
        <p:spPr>
          <a:xfrm xmlns:a="http://schemas.openxmlformats.org/drawingml/2006/main">
            <a:off x="781050" y="3162300"/>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4F8FC"/>
                </a:solidFill>
                <a:latin typeface="Arial"/>
                <a:ea typeface="Arial"/>
                <a:cs typeface="Arial"/>
              </a:defRPr>
            </a:defPPr>
            <a:lvl1pPr algn="l">
              <a:defRPr sz="2325" b="0">
                <a:solidFill>
                  <a:srgbClr val="F4F8FC"/>
                </a:solidFill>
                <a:latin typeface="Arial"/>
                <a:ea typeface="Arial"/>
                <a:cs typeface="Arial"/>
              </a:defRPr>
            </a:lvl1pPr>
            <a:lvl2pPr algn="l">
              <a:defRPr sz="2325" b="0">
                <a:solidFill>
                  <a:srgbClr val="F4F8FC"/>
                </a:solidFill>
                <a:latin typeface="Arial"/>
                <a:ea typeface="Arial"/>
                <a:cs typeface="Arial"/>
              </a:defRPr>
            </a:lvl2pPr>
            <a:lvl3pPr algn="l">
              <a:defRPr sz="2325" b="0">
                <a:solidFill>
                  <a:srgbClr val="F4F8FC"/>
                </a:solidFill>
                <a:latin typeface="Arial"/>
                <a:ea typeface="Arial"/>
                <a:cs typeface="Arial"/>
              </a:defRPr>
            </a:lvl3pPr>
            <a:lvl4pPr algn="l">
              <a:defRPr sz="2325" b="0">
                <a:solidFill>
                  <a:srgbClr val="F4F8FC"/>
                </a:solidFill>
                <a:latin typeface="Arial"/>
                <a:ea typeface="Arial"/>
                <a:cs typeface="Arial"/>
              </a:defRPr>
            </a:lvl4pPr>
            <a:lvl5pPr algn="l">
              <a:defRPr sz="2325" b="0">
                <a:solidFill>
                  <a:srgbClr val="F4F8FC"/>
                </a:solidFill>
                <a:latin typeface="Arial"/>
                <a:ea typeface="Arial"/>
                <a:cs typeface="Arial"/>
              </a:defRPr>
            </a:lvl5pPr>
            <a:lvl6pPr algn="l">
              <a:defRPr sz="2325" b="0">
                <a:solidFill>
                  <a:srgbClr val="F4F8FC"/>
                </a:solidFill>
                <a:latin typeface="Arial"/>
                <a:ea typeface="Arial"/>
                <a:cs typeface="Arial"/>
              </a:defRPr>
            </a:lvl6pPr>
            <a:lvl7pPr algn="l">
              <a:defRPr sz="2325" b="0">
                <a:solidFill>
                  <a:srgbClr val="F4F8FC"/>
                </a:solidFill>
                <a:latin typeface="Arial"/>
                <a:ea typeface="Arial"/>
                <a:cs typeface="Arial"/>
              </a:defRPr>
            </a:lvl7pPr>
            <a:lvl8pPr algn="l">
              <a:defRPr sz="2325" b="0">
                <a:solidFill>
                  <a:srgbClr val="F4F8FC"/>
                </a:solidFill>
                <a:latin typeface="Arial"/>
                <a:ea typeface="Arial"/>
                <a:cs typeface="Arial"/>
              </a:defRPr>
            </a:lvl8pPr>
            <a:lvl9pPr algn="l">
              <a:defRPr sz="2325" b="0">
                <a:solidFill>
                  <a:srgbClr val="F4F8FC"/>
                </a:solidFill>
                <a:latin typeface="Arial"/>
                <a:ea typeface="Arial"/>
                <a:cs typeface="Arial"/>
              </a:defRPr>
            </a:lvl9pPr>
          </a:lstStyle>
          <a:p xmlns:a="http://schemas.openxmlformats.org/drawingml/2006/main">
            <a:pPr algn="l">
              <a:defRPr sz="2325" b="0">
                <a:solidFill>
                  <a:srgbClr val="F4F8FC"/>
                </a:solidFill>
                <a:latin typeface="Arial"/>
                <a:ea typeface="Arial"/>
                <a:cs typeface="Arial"/>
              </a:defRPr>
            </a:pPr>
            <a:r>
              <a:rPr sz="2325" b="0">
                <a:solidFill>
                  <a:srgbClr val="F4F8FC"/>
                </a:solidFill>
                <a:latin typeface="Arial"/>
                <a:ea typeface="Arial"/>
                <a:cs typeface="Arial"/>
              </a:rPr>
              <a:t>AWS S3 User Guide: docs.aws.amazon.com/AmazonS3/</a:t>
            </a:r>
          </a:p>
          <a:p xmlns:a="http://schemas.openxmlformats.org/drawingml/2006/main">
            <a:pPr algn="l">
              <a:defRPr sz="2325" b="0">
                <a:solidFill>
                  <a:srgbClr val="F4F8FC"/>
                </a:solidFill>
                <a:latin typeface="Arial"/>
                <a:ea typeface="Arial"/>
                <a:cs typeface="Arial"/>
              </a:defRPr>
            </a:pPr>
            <a:r>
              <a:rPr sz="2325" b="0">
                <a:solidFill>
                  <a:srgbClr val="F4F8FC"/>
                </a:solidFill>
                <a:latin typeface="Arial"/>
                <a:ea typeface="Arial"/>
                <a:cs typeface="Arial"/>
              </a:rPr>
              <a:t>AWS S3 Pricing: aws.amazon.com/s3/pricing/</a:t>
            </a:r>
          </a:p>
        </p:txBody>
      </p:sp>
      <p:sp>
        <p:nvSpPr>
          <p:cNvPr id="8" name="">
            <a:extLst xmlns:a="http://schemas.openxmlformats.org/drawingml/2006/main">
              <a:ext uri="{FF2B5EF4-FFF2-40B4-BE49-F238E27FC236}">
                <a16:creationId xmlns:a16="http://schemas.microsoft.com/office/drawing/2014/main" id="{87455297-D02B-48B2-B0BD-D1E05B4BDF79}"/>
              </a:ext>
            </a:extLst>
          </p:cNvPr>
          <p:cNvSpPr>
            <a:spLocks xmlns:a="http://schemas.openxmlformats.org/drawingml/2006/main" noGrp="1"/>
          </p:cNvSpPr>
          <p:nvPr/>
        </p:nvSpPr>
        <p:spPr>
          <a:xfrm xmlns:a="http://schemas.openxmlformats.org/drawingml/2006/main">
            <a:off x="781050" y="4695825"/>
            <a:ext cx="1057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F4F8FC"/>
                </a:solidFill>
                <a:latin typeface="Arial"/>
                <a:ea typeface="Arial"/>
                <a:cs typeface="Arial"/>
              </a:defRPr>
            </a:defPPr>
            <a:lvl1pPr algn="l">
              <a:defRPr sz="2850" b="1">
                <a:solidFill>
                  <a:srgbClr val="F4F8FC"/>
                </a:solidFill>
                <a:latin typeface="Arial"/>
                <a:ea typeface="Arial"/>
                <a:cs typeface="Arial"/>
              </a:defRPr>
            </a:lvl1pPr>
            <a:lvl2pPr algn="l">
              <a:defRPr sz="2850" b="1">
                <a:solidFill>
                  <a:srgbClr val="F4F8FC"/>
                </a:solidFill>
                <a:latin typeface="Arial"/>
                <a:ea typeface="Arial"/>
                <a:cs typeface="Arial"/>
              </a:defRPr>
            </a:lvl2pPr>
            <a:lvl3pPr algn="l">
              <a:defRPr sz="2850" b="1">
                <a:solidFill>
                  <a:srgbClr val="F4F8FC"/>
                </a:solidFill>
                <a:latin typeface="Arial"/>
                <a:ea typeface="Arial"/>
                <a:cs typeface="Arial"/>
              </a:defRPr>
            </a:lvl3pPr>
            <a:lvl4pPr algn="l">
              <a:defRPr sz="2850" b="1">
                <a:solidFill>
                  <a:srgbClr val="F4F8FC"/>
                </a:solidFill>
                <a:latin typeface="Arial"/>
                <a:ea typeface="Arial"/>
                <a:cs typeface="Arial"/>
              </a:defRPr>
            </a:lvl4pPr>
            <a:lvl5pPr algn="l">
              <a:defRPr sz="2850" b="1">
                <a:solidFill>
                  <a:srgbClr val="F4F8FC"/>
                </a:solidFill>
                <a:latin typeface="Arial"/>
                <a:ea typeface="Arial"/>
                <a:cs typeface="Arial"/>
              </a:defRPr>
            </a:lvl5pPr>
            <a:lvl6pPr algn="l">
              <a:defRPr sz="2850" b="1">
                <a:solidFill>
                  <a:srgbClr val="F4F8FC"/>
                </a:solidFill>
                <a:latin typeface="Arial"/>
                <a:ea typeface="Arial"/>
                <a:cs typeface="Arial"/>
              </a:defRPr>
            </a:lvl6pPr>
            <a:lvl7pPr algn="l">
              <a:defRPr sz="2850" b="1">
                <a:solidFill>
                  <a:srgbClr val="F4F8FC"/>
                </a:solidFill>
                <a:latin typeface="Arial"/>
                <a:ea typeface="Arial"/>
                <a:cs typeface="Arial"/>
              </a:defRPr>
            </a:lvl7pPr>
            <a:lvl8pPr algn="l">
              <a:defRPr sz="2850" b="1">
                <a:solidFill>
                  <a:srgbClr val="F4F8FC"/>
                </a:solidFill>
                <a:latin typeface="Arial"/>
                <a:ea typeface="Arial"/>
                <a:cs typeface="Arial"/>
              </a:defRPr>
            </a:lvl8pPr>
            <a:lvl9pPr algn="l">
              <a:defRPr sz="2850" b="1">
                <a:solidFill>
                  <a:srgbClr val="F4F8FC"/>
                </a:solidFill>
                <a:latin typeface="Arial"/>
                <a:ea typeface="Arial"/>
                <a:cs typeface="Arial"/>
              </a:defRPr>
            </a:lvl9pPr>
          </a:lstStyle>
          <a:p xmlns:a="http://schemas.openxmlformats.org/drawingml/2006/main">
            <a:pPr algn="l">
              <a:defRPr sz="2850" b="1">
                <a:solidFill>
                  <a:srgbClr val="F4F8FC"/>
                </a:solidFill>
                <a:latin typeface="Arial"/>
                <a:ea typeface="Arial"/>
                <a:cs typeface="Arial"/>
              </a:defRPr>
            </a:pPr>
            <a:r>
              <a:rPr sz="2850" b="1">
                <a:solidFill>
                  <a:srgbClr val="F4F8FC"/>
                </a:solidFill>
                <a:latin typeface="Arial"/>
                <a:ea typeface="Arial"/>
                <a:cs typeface="Arial"/>
              </a:rPr>
              <a:t>github.com/st4rlight3/</a:t>
            </a:r>
          </a:p>
          <a:p xmlns:a="http://schemas.openxmlformats.org/drawingml/2006/main">
            <a:pPr algn="l">
              <a:defRPr sz="2850" b="1">
                <a:solidFill>
                  <a:srgbClr val="F4F8FC"/>
                </a:solidFill>
                <a:latin typeface="Arial"/>
                <a:ea typeface="Arial"/>
                <a:cs typeface="Arial"/>
              </a:defRPr>
            </a:pPr>
            <a:r>
              <a:rPr sz="2850" b="1">
                <a:solidFill>
                  <a:srgbClr val="F4F8FC"/>
                </a:solidFill>
                <a:latin typeface="Arial"/>
                <a:ea typeface="Arial"/>
                <a:cs typeface="Arial"/>
              </a:rPr>
              <a:t>amazon-s3-kho-tai-lieu-demo</a:t>
            </a:r>
          </a:p>
        </p:txBody>
      </p:sp>
    </p:spTree>
    <p:extLst>
      <p:ext uri="{BB962C8B-B14F-4D97-AF65-F5344CB8AC3E}">
        <p14:creationId xmlns:p14="http://schemas.microsoft.com/office/powerpoint/2010/main" val="931125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2026-10-29T05:25:47.4750000Z</dcterms:created>
  <dcterms:modified xsi:type="dcterms:W3CDTF">2026-10-29T05:25:47.4750000Z</dcterms:modified>
</coreProperties>
</file>